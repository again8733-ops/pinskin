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24384000" cy="13716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78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0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1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3.png"/><Relationship Id="rId15" Type="http://schemas.openxmlformats.org/officeDocument/2006/relationships/image" Target="../media/image37.png"/><Relationship Id="rId23" Type="http://schemas.openxmlformats.org/officeDocument/2006/relationships/image" Target="../media/image20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.png"/><Relationship Id="rId7" Type="http://schemas.openxmlformats.org/officeDocument/2006/relationships/image" Target="../media/image47.png"/><Relationship Id="rId12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3.png"/><Relationship Id="rId9" Type="http://schemas.openxmlformats.org/officeDocument/2006/relationships/image" Target="../media/image4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.png"/><Relationship Id="rId7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20.png"/><Relationship Id="rId5" Type="http://schemas.openxmlformats.org/officeDocument/2006/relationships/image" Target="../media/image45.png"/><Relationship Id="rId10" Type="http://schemas.openxmlformats.org/officeDocument/2006/relationships/image" Target="../media/image55.png"/><Relationship Id="rId4" Type="http://schemas.openxmlformats.org/officeDocument/2006/relationships/image" Target="../media/image3.png"/><Relationship Id="rId9" Type="http://schemas.openxmlformats.org/officeDocument/2006/relationships/image" Target="../media/image5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2.png"/><Relationship Id="rId7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20.png"/><Relationship Id="rId5" Type="http://schemas.openxmlformats.org/officeDocument/2006/relationships/image" Target="../media/image45.png"/><Relationship Id="rId10" Type="http://schemas.openxmlformats.org/officeDocument/2006/relationships/image" Target="../media/image60.png"/><Relationship Id="rId4" Type="http://schemas.openxmlformats.org/officeDocument/2006/relationships/image" Target="../media/image3.png"/><Relationship Id="rId9" Type="http://schemas.openxmlformats.org/officeDocument/2006/relationships/image" Target="../media/image5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61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6.png"/><Relationship Id="rId5" Type="http://schemas.openxmlformats.org/officeDocument/2006/relationships/image" Target="../media/image45.png"/><Relationship Id="rId10" Type="http://schemas.openxmlformats.org/officeDocument/2006/relationships/image" Target="../media/image65.png"/><Relationship Id="rId4" Type="http://schemas.openxmlformats.org/officeDocument/2006/relationships/image" Target="../media/image3.png"/><Relationship Id="rId9" Type="http://schemas.openxmlformats.org/officeDocument/2006/relationships/image" Target="../media/image64.png"/><Relationship Id="rId1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74.png"/><Relationship Id="rId3" Type="http://schemas.openxmlformats.org/officeDocument/2006/relationships/image" Target="../media/image61.png"/><Relationship Id="rId7" Type="http://schemas.openxmlformats.org/officeDocument/2006/relationships/image" Target="../media/image69.png"/><Relationship Id="rId12" Type="http://schemas.openxmlformats.org/officeDocument/2006/relationships/image" Target="../media/image7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72.png"/><Relationship Id="rId5" Type="http://schemas.openxmlformats.org/officeDocument/2006/relationships/image" Target="../media/image45.png"/><Relationship Id="rId10" Type="http://schemas.openxmlformats.org/officeDocument/2006/relationships/image" Target="../media/image71.png"/><Relationship Id="rId4" Type="http://schemas.openxmlformats.org/officeDocument/2006/relationships/image" Target="../media/image3.png"/><Relationship Id="rId9" Type="http://schemas.openxmlformats.org/officeDocument/2006/relationships/image" Target="../media/image70.png"/><Relationship Id="rId1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79.png"/><Relationship Id="rId3" Type="http://schemas.openxmlformats.org/officeDocument/2006/relationships/image" Target="../media/image61.png"/><Relationship Id="rId7" Type="http://schemas.openxmlformats.org/officeDocument/2006/relationships/image" Target="../media/image69.png"/><Relationship Id="rId12" Type="http://schemas.openxmlformats.org/officeDocument/2006/relationships/image" Target="../media/image7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77.png"/><Relationship Id="rId5" Type="http://schemas.openxmlformats.org/officeDocument/2006/relationships/image" Target="../media/image45.png"/><Relationship Id="rId15" Type="http://schemas.openxmlformats.org/officeDocument/2006/relationships/image" Target="../media/image20.png"/><Relationship Id="rId10" Type="http://schemas.openxmlformats.org/officeDocument/2006/relationships/image" Target="../media/image71.png"/><Relationship Id="rId4" Type="http://schemas.openxmlformats.org/officeDocument/2006/relationships/image" Target="../media/image3.png"/><Relationship Id="rId9" Type="http://schemas.openxmlformats.org/officeDocument/2006/relationships/image" Target="../media/image76.png"/><Relationship Id="rId14" Type="http://schemas.openxmlformats.org/officeDocument/2006/relationships/image" Target="../media/image8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79.png"/><Relationship Id="rId3" Type="http://schemas.openxmlformats.org/officeDocument/2006/relationships/image" Target="../media/image2.png"/><Relationship Id="rId7" Type="http://schemas.openxmlformats.org/officeDocument/2006/relationships/image" Target="../media/image69.png"/><Relationship Id="rId12" Type="http://schemas.openxmlformats.org/officeDocument/2006/relationships/image" Target="../media/image83.png"/><Relationship Id="rId2" Type="http://schemas.openxmlformats.org/officeDocument/2006/relationships/image" Target="../media/image1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82.png"/><Relationship Id="rId5" Type="http://schemas.openxmlformats.org/officeDocument/2006/relationships/image" Target="../media/image45.png"/><Relationship Id="rId15" Type="http://schemas.openxmlformats.org/officeDocument/2006/relationships/image" Target="../media/image84.png"/><Relationship Id="rId10" Type="http://schemas.openxmlformats.org/officeDocument/2006/relationships/image" Target="../media/image71.png"/><Relationship Id="rId4" Type="http://schemas.openxmlformats.org/officeDocument/2006/relationships/image" Target="../media/image3.png"/><Relationship Id="rId9" Type="http://schemas.openxmlformats.org/officeDocument/2006/relationships/image" Target="../media/image76.png"/><Relationship Id="rId14" Type="http://schemas.openxmlformats.org/officeDocument/2006/relationships/image" Target="../media/image8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79.png"/><Relationship Id="rId3" Type="http://schemas.openxmlformats.org/officeDocument/2006/relationships/image" Target="../media/image61.png"/><Relationship Id="rId7" Type="http://schemas.openxmlformats.org/officeDocument/2006/relationships/image" Target="../media/image69.png"/><Relationship Id="rId12" Type="http://schemas.openxmlformats.org/officeDocument/2006/relationships/image" Target="../media/image87.png"/><Relationship Id="rId17" Type="http://schemas.openxmlformats.org/officeDocument/2006/relationships/image" Target="../media/image20.png"/><Relationship Id="rId2" Type="http://schemas.openxmlformats.org/officeDocument/2006/relationships/image" Target="../media/image1.png"/><Relationship Id="rId16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86.png"/><Relationship Id="rId5" Type="http://schemas.openxmlformats.org/officeDocument/2006/relationships/image" Target="../media/image45.png"/><Relationship Id="rId15" Type="http://schemas.openxmlformats.org/officeDocument/2006/relationships/image" Target="../media/image84.png"/><Relationship Id="rId10" Type="http://schemas.openxmlformats.org/officeDocument/2006/relationships/image" Target="../media/image71.png"/><Relationship Id="rId4" Type="http://schemas.openxmlformats.org/officeDocument/2006/relationships/image" Target="../media/image3.png"/><Relationship Id="rId9" Type="http://schemas.openxmlformats.org/officeDocument/2006/relationships/image" Target="../media/image76.png"/><Relationship Id="rId14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61.png"/><Relationship Id="rId7" Type="http://schemas.openxmlformats.org/officeDocument/2006/relationships/image" Target="../media/image9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image" Target="../media/image20.png"/><Relationship Id="rId5" Type="http://schemas.openxmlformats.org/officeDocument/2006/relationships/image" Target="../media/image89.png"/><Relationship Id="rId10" Type="http://schemas.openxmlformats.org/officeDocument/2006/relationships/image" Target="../media/image93.png"/><Relationship Id="rId4" Type="http://schemas.openxmlformats.org/officeDocument/2006/relationships/image" Target="../media/image3.png"/><Relationship Id="rId9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93.png"/><Relationship Id="rId3" Type="http://schemas.openxmlformats.org/officeDocument/2006/relationships/image" Target="../media/image2.png"/><Relationship Id="rId7" Type="http://schemas.openxmlformats.org/officeDocument/2006/relationships/image" Target="../media/image96.png"/><Relationship Id="rId12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3.png"/><Relationship Id="rId9" Type="http://schemas.openxmlformats.org/officeDocument/2006/relationships/image" Target="../media/image98.png"/><Relationship Id="rId1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2" Type="http://schemas.openxmlformats.org/officeDocument/2006/relationships/image" Target="../media/image1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102.png"/><Relationship Id="rId15" Type="http://schemas.openxmlformats.org/officeDocument/2006/relationships/image" Target="../media/image108.png"/><Relationship Id="rId10" Type="http://schemas.openxmlformats.org/officeDocument/2006/relationships/image" Target="../media/image103.png"/><Relationship Id="rId4" Type="http://schemas.openxmlformats.org/officeDocument/2006/relationships/image" Target="../media/image3.png"/><Relationship Id="rId9" Type="http://schemas.openxmlformats.org/officeDocument/2006/relationships/image" Target="../media/image93.png"/><Relationship Id="rId14" Type="http://schemas.openxmlformats.org/officeDocument/2006/relationships/image" Target="../media/image10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112.png"/><Relationship Id="rId3" Type="http://schemas.openxmlformats.org/officeDocument/2006/relationships/image" Target="../media/image101.png"/><Relationship Id="rId7" Type="http://schemas.openxmlformats.org/officeDocument/2006/relationships/image" Target="../media/image100.png"/><Relationship Id="rId12" Type="http://schemas.openxmlformats.org/officeDocument/2006/relationships/image" Target="../media/image1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image" Target="../media/image110.png"/><Relationship Id="rId5" Type="http://schemas.openxmlformats.org/officeDocument/2006/relationships/image" Target="../media/image102.png"/><Relationship Id="rId10" Type="http://schemas.openxmlformats.org/officeDocument/2006/relationships/image" Target="../media/image109.png"/><Relationship Id="rId4" Type="http://schemas.openxmlformats.org/officeDocument/2006/relationships/image" Target="../media/image3.png"/><Relationship Id="rId9" Type="http://schemas.openxmlformats.org/officeDocument/2006/relationships/image" Target="../media/image93.png"/><Relationship Id="rId1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117.png"/><Relationship Id="rId3" Type="http://schemas.openxmlformats.org/officeDocument/2006/relationships/image" Target="../media/image61.png"/><Relationship Id="rId7" Type="http://schemas.openxmlformats.org/officeDocument/2006/relationships/image" Target="../media/image100.png"/><Relationship Id="rId12" Type="http://schemas.openxmlformats.org/officeDocument/2006/relationships/image" Target="../media/image1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image" Target="../media/image115.png"/><Relationship Id="rId5" Type="http://schemas.openxmlformats.org/officeDocument/2006/relationships/image" Target="../media/image113.png"/><Relationship Id="rId10" Type="http://schemas.openxmlformats.org/officeDocument/2006/relationships/image" Target="../media/image114.png"/><Relationship Id="rId4" Type="http://schemas.openxmlformats.org/officeDocument/2006/relationships/image" Target="../media/image3.png"/><Relationship Id="rId9" Type="http://schemas.openxmlformats.org/officeDocument/2006/relationships/image" Target="../media/image93.png"/><Relationship Id="rId1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122.png"/><Relationship Id="rId3" Type="http://schemas.openxmlformats.org/officeDocument/2006/relationships/image" Target="../media/image61.png"/><Relationship Id="rId7" Type="http://schemas.openxmlformats.org/officeDocument/2006/relationships/image" Target="../media/image98.png"/><Relationship Id="rId12" Type="http://schemas.openxmlformats.org/officeDocument/2006/relationships/image" Target="../media/image121.png"/><Relationship Id="rId17" Type="http://schemas.openxmlformats.org/officeDocument/2006/relationships/image" Target="../media/image20.png"/><Relationship Id="rId2" Type="http://schemas.openxmlformats.org/officeDocument/2006/relationships/image" Target="../media/image1.png"/><Relationship Id="rId16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11" Type="http://schemas.openxmlformats.org/officeDocument/2006/relationships/image" Target="../media/image120.png"/><Relationship Id="rId5" Type="http://schemas.openxmlformats.org/officeDocument/2006/relationships/image" Target="../media/image118.png"/><Relationship Id="rId15" Type="http://schemas.openxmlformats.org/officeDocument/2006/relationships/image" Target="../media/image124.png"/><Relationship Id="rId10" Type="http://schemas.openxmlformats.org/officeDocument/2006/relationships/image" Target="../media/image119.png"/><Relationship Id="rId4" Type="http://schemas.openxmlformats.org/officeDocument/2006/relationships/image" Target="../media/image3.png"/><Relationship Id="rId9" Type="http://schemas.openxmlformats.org/officeDocument/2006/relationships/image" Target="../media/image93.png"/><Relationship Id="rId14" Type="http://schemas.openxmlformats.org/officeDocument/2006/relationships/image" Target="../media/image12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131.png"/><Relationship Id="rId18" Type="http://schemas.openxmlformats.org/officeDocument/2006/relationships/image" Target="../media/image136.png"/><Relationship Id="rId3" Type="http://schemas.openxmlformats.org/officeDocument/2006/relationships/image" Target="../media/image61.png"/><Relationship Id="rId21" Type="http://schemas.openxmlformats.org/officeDocument/2006/relationships/image" Target="../media/image139.png"/><Relationship Id="rId7" Type="http://schemas.openxmlformats.org/officeDocument/2006/relationships/image" Target="../media/image45.png"/><Relationship Id="rId12" Type="http://schemas.openxmlformats.org/officeDocument/2006/relationships/image" Target="../media/image130.png"/><Relationship Id="rId17" Type="http://schemas.openxmlformats.org/officeDocument/2006/relationships/image" Target="../media/image135.png"/><Relationship Id="rId2" Type="http://schemas.openxmlformats.org/officeDocument/2006/relationships/image" Target="../media/image1.png"/><Relationship Id="rId16" Type="http://schemas.openxmlformats.org/officeDocument/2006/relationships/image" Target="../media/image134.png"/><Relationship Id="rId20" Type="http://schemas.openxmlformats.org/officeDocument/2006/relationships/image" Target="../media/image1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11" Type="http://schemas.openxmlformats.org/officeDocument/2006/relationships/image" Target="../media/image129.png"/><Relationship Id="rId5" Type="http://schemas.openxmlformats.org/officeDocument/2006/relationships/image" Target="../media/image126.png"/><Relationship Id="rId15" Type="http://schemas.openxmlformats.org/officeDocument/2006/relationships/image" Target="../media/image133.png"/><Relationship Id="rId23" Type="http://schemas.openxmlformats.org/officeDocument/2006/relationships/image" Target="../media/image97.png"/><Relationship Id="rId10" Type="http://schemas.openxmlformats.org/officeDocument/2006/relationships/image" Target="../media/image128.png"/><Relationship Id="rId19" Type="http://schemas.openxmlformats.org/officeDocument/2006/relationships/image" Target="../media/image137.png"/><Relationship Id="rId4" Type="http://schemas.openxmlformats.org/officeDocument/2006/relationships/image" Target="../media/image3.png"/><Relationship Id="rId9" Type="http://schemas.openxmlformats.org/officeDocument/2006/relationships/image" Target="../media/image127.png"/><Relationship Id="rId14" Type="http://schemas.openxmlformats.org/officeDocument/2006/relationships/image" Target="../media/image132.png"/><Relationship Id="rId22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2.png"/><Relationship Id="rId7" Type="http://schemas.openxmlformats.org/officeDocument/2006/relationships/image" Target="../media/image9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20.png"/><Relationship Id="rId5" Type="http://schemas.openxmlformats.org/officeDocument/2006/relationships/image" Target="../media/image140.png"/><Relationship Id="rId10" Type="http://schemas.openxmlformats.org/officeDocument/2006/relationships/image" Target="../media/image143.png"/><Relationship Id="rId4" Type="http://schemas.openxmlformats.org/officeDocument/2006/relationships/image" Target="../media/image3.png"/><Relationship Id="rId9" Type="http://schemas.openxmlformats.org/officeDocument/2006/relationships/image" Target="../media/image14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18" Type="http://schemas.openxmlformats.org/officeDocument/2006/relationships/image" Target="../media/image157.png"/><Relationship Id="rId3" Type="http://schemas.openxmlformats.org/officeDocument/2006/relationships/image" Target="../media/image144.png"/><Relationship Id="rId21" Type="http://schemas.openxmlformats.org/officeDocument/2006/relationships/image" Target="../media/image20.pn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17" Type="http://schemas.openxmlformats.org/officeDocument/2006/relationships/image" Target="../media/image156.png"/><Relationship Id="rId2" Type="http://schemas.openxmlformats.org/officeDocument/2006/relationships/image" Target="../media/image1.png"/><Relationship Id="rId16" Type="http://schemas.openxmlformats.org/officeDocument/2006/relationships/image" Target="../media/image155.png"/><Relationship Id="rId20" Type="http://schemas.openxmlformats.org/officeDocument/2006/relationships/image" Target="../media/image1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5" Type="http://schemas.openxmlformats.org/officeDocument/2006/relationships/image" Target="../media/image145.png"/><Relationship Id="rId15" Type="http://schemas.openxmlformats.org/officeDocument/2006/relationships/image" Target="../media/image154.png"/><Relationship Id="rId10" Type="http://schemas.openxmlformats.org/officeDocument/2006/relationships/image" Target="../media/image150.png"/><Relationship Id="rId19" Type="http://schemas.openxmlformats.org/officeDocument/2006/relationships/image" Target="../media/image158.png"/><Relationship Id="rId4" Type="http://schemas.openxmlformats.org/officeDocument/2006/relationships/image" Target="../media/image3.png"/><Relationship Id="rId9" Type="http://schemas.openxmlformats.org/officeDocument/2006/relationships/image" Target="../media/image149.png"/><Relationship Id="rId1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5400000">
            <a:off x="5118100" y="-5486400"/>
            <a:ext cx="14160500" cy="2470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134600"/>
            <a:ext cx="24384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302500"/>
            <a:ext cx="24384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83100"/>
            <a:ext cx="243840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0" y="11658600"/>
            <a:ext cx="3733800" cy="1066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20000">
            <a:off x="11557000" y="9652000"/>
            <a:ext cx="11861800" cy="381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880000">
            <a:off x="9334500" y="9588500"/>
            <a:ext cx="812800" cy="152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0800" y="7073900"/>
            <a:ext cx="6731000" cy="3149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56400" y="1244600"/>
            <a:ext cx="3556000" cy="6083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2460000">
            <a:off x="16852900" y="4127500"/>
            <a:ext cx="1638300" cy="1231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740000">
            <a:off x="17106900" y="6057900"/>
            <a:ext cx="1981200" cy="863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-420000">
            <a:off x="11696700" y="3670300"/>
            <a:ext cx="1943100" cy="317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322300" y="876300"/>
            <a:ext cx="2540000" cy="2374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3480000">
            <a:off x="2971800" y="2235200"/>
            <a:ext cx="736600" cy="596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-900000">
            <a:off x="2032000" y="1778000"/>
            <a:ext cx="1079500" cy="914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83900" y="10541000"/>
            <a:ext cx="6083300" cy="2247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41500" y="7391400"/>
            <a:ext cx="21590000" cy="2755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68500" y="2743200"/>
            <a:ext cx="11430000" cy="1155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41500" y="4572000"/>
            <a:ext cx="18757900" cy="27559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592300" y="12369800"/>
            <a:ext cx="9474200" cy="838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383500" y="38100"/>
            <a:ext cx="46609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5400000">
            <a:off x="5118100" y="-5486400"/>
            <a:ext cx="14160500" cy="2470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00"/>
            <a:ext cx="24384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5600"/>
            <a:ext cx="24384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7200" y="4940300"/>
            <a:ext cx="18288000" cy="5943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900" y="3263900"/>
            <a:ext cx="23964900" cy="805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533397">
            <a:off x="4368800" y="8166100"/>
            <a:ext cx="15608300" cy="381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39200" y="8699500"/>
            <a:ext cx="2070100" cy="548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935700" y="8229600"/>
            <a:ext cx="2070100" cy="5486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10500" y="10375900"/>
            <a:ext cx="2070100" cy="5486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83500" y="38100"/>
            <a:ext cx="46609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5400000">
            <a:off x="5118100" y="-5486400"/>
            <a:ext cx="14160500" cy="2470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794000" y="6337300"/>
            <a:ext cx="12700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0"/>
          </a:blip>
          <a:stretch>
            <a:fillRect/>
          </a:stretch>
        </p:blipFill>
        <p:spPr>
          <a:xfrm>
            <a:off x="0" y="838200"/>
            <a:ext cx="24384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700000"/>
            <a:ext cx="243840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04200" y="4076700"/>
            <a:ext cx="2933700" cy="8521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340000">
            <a:off x="21120100" y="3352800"/>
            <a:ext cx="1447800" cy="1447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07700" y="7734300"/>
            <a:ext cx="9588500" cy="228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07700" y="6362700"/>
            <a:ext cx="95885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07700" y="4978400"/>
            <a:ext cx="95885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07700" y="3594100"/>
            <a:ext cx="95885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3360000">
            <a:off x="2184400" y="8826500"/>
            <a:ext cx="1739900" cy="1041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65600" y="4826000"/>
            <a:ext cx="3543300" cy="2184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22000" y="6908800"/>
            <a:ext cx="9461500" cy="838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22000" y="5524500"/>
            <a:ext cx="9461500" cy="838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17100" y="6642100"/>
            <a:ext cx="1257300" cy="1371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22000" y="4140200"/>
            <a:ext cx="9461500" cy="838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42500" y="5270500"/>
            <a:ext cx="1206500" cy="1371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22000" y="2755900"/>
            <a:ext cx="9461500" cy="838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80600" y="3873500"/>
            <a:ext cx="1130300" cy="1371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42500" y="2489200"/>
            <a:ext cx="1206500" cy="1371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-660000">
            <a:off x="990600" y="1384300"/>
            <a:ext cx="5600700" cy="1943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33600" y="2514600"/>
            <a:ext cx="5511800" cy="7073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0383500" y="38100"/>
            <a:ext cx="46609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5400000">
            <a:off x="5118100" y="-5270500"/>
            <a:ext cx="14160500" cy="2470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00"/>
            <a:ext cx="24384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5600"/>
            <a:ext cx="24384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628599">
            <a:off x="6769100" y="254000"/>
            <a:ext cx="1219200" cy="1219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900" y="927100"/>
            <a:ext cx="23964900" cy="170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03200" y="3416300"/>
            <a:ext cx="7277100" cy="10299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9800" y="4978400"/>
            <a:ext cx="8902700" cy="3975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9800" y="9347200"/>
            <a:ext cx="8902700" cy="209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52300" y="3187700"/>
            <a:ext cx="2628900" cy="1536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21000" y="9042400"/>
            <a:ext cx="7988300" cy="1155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383500" y="38100"/>
            <a:ext cx="46609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5400000">
            <a:off x="5118100" y="-5486400"/>
            <a:ext cx="14160500" cy="2470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00"/>
            <a:ext cx="24384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5600"/>
            <a:ext cx="24384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628599">
            <a:off x="6769100" y="254000"/>
            <a:ext cx="1219200" cy="1219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9385300"/>
            <a:ext cx="13131800" cy="1231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4000" y="5867400"/>
            <a:ext cx="11277600" cy="123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900" y="927100"/>
            <a:ext cx="23964900" cy="1701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59300" y="7150100"/>
            <a:ext cx="2705100" cy="1955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522700" y="3632200"/>
            <a:ext cx="2705100" cy="1955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83500" y="38100"/>
            <a:ext cx="46609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5400000">
            <a:off x="5118100" y="-5486400"/>
            <a:ext cx="14160500" cy="2470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00"/>
            <a:ext cx="24384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5600"/>
            <a:ext cx="24384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628599">
            <a:off x="8724900" y="317500"/>
            <a:ext cx="1219200" cy="1219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900" y="927100"/>
            <a:ext cx="23964900" cy="170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7800" y="4305300"/>
            <a:ext cx="8902700" cy="209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4000500"/>
            <a:ext cx="7988300" cy="1155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11100" y="7086600"/>
            <a:ext cx="8928100" cy="5638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3194212">
            <a:off x="9880600" y="6388100"/>
            <a:ext cx="2603500" cy="952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83500" y="38100"/>
            <a:ext cx="46609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5400000">
            <a:off x="5118100" y="-5486400"/>
            <a:ext cx="14160500" cy="2470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00"/>
            <a:ext cx="24384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5600"/>
            <a:ext cx="24384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628599">
            <a:off x="8724900" y="317500"/>
            <a:ext cx="1219200" cy="1219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900" y="927100"/>
            <a:ext cx="23964900" cy="170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1800" y="3187700"/>
            <a:ext cx="8686800" cy="9232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0" y="5626100"/>
            <a:ext cx="11277600" cy="952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85200" y="3441700"/>
            <a:ext cx="2705100" cy="1955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77700" y="7658100"/>
            <a:ext cx="12319000" cy="1066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73200" y="11531600"/>
            <a:ext cx="10769600" cy="901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47600" y="8597900"/>
            <a:ext cx="11353800" cy="355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900000">
            <a:off x="11785600" y="8102600"/>
            <a:ext cx="1447800" cy="1231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383500" y="38100"/>
            <a:ext cx="46609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5400000">
            <a:off x="5118100" y="-5486400"/>
            <a:ext cx="14160500" cy="2470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00"/>
            <a:ext cx="24384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5600"/>
            <a:ext cx="24384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628599">
            <a:off x="8724900" y="317500"/>
            <a:ext cx="1219200" cy="1219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900" y="927100"/>
            <a:ext cx="23964900" cy="170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0" y="5626100"/>
            <a:ext cx="11277600" cy="952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85200" y="3441700"/>
            <a:ext cx="2705100" cy="1955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65000" y="7658100"/>
            <a:ext cx="12319000" cy="1066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49300" y="11531600"/>
            <a:ext cx="10769600" cy="901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47600" y="8597900"/>
            <a:ext cx="11353800" cy="355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-900000">
            <a:off x="11785600" y="8102600"/>
            <a:ext cx="1447800" cy="1231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46200" y="3441700"/>
            <a:ext cx="6350000" cy="8991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383500" y="38100"/>
            <a:ext cx="46609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5400000">
            <a:off x="5118100" y="-5486400"/>
            <a:ext cx="14160500" cy="2470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00"/>
            <a:ext cx="24384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5600"/>
            <a:ext cx="24384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628599">
            <a:off x="8724900" y="317500"/>
            <a:ext cx="1219200" cy="1219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900" y="927100"/>
            <a:ext cx="23964900" cy="170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0" y="5626100"/>
            <a:ext cx="11277600" cy="952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85200" y="3441700"/>
            <a:ext cx="2705100" cy="1955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65000" y="7658100"/>
            <a:ext cx="12319000" cy="1066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49300" y="11531600"/>
            <a:ext cx="10769600" cy="901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47600" y="8597900"/>
            <a:ext cx="11353800" cy="355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-900000">
            <a:off x="11785600" y="8102600"/>
            <a:ext cx="1447800" cy="1231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46200" y="3441700"/>
            <a:ext cx="6350000" cy="8991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03500" y="3733800"/>
            <a:ext cx="6489700" cy="890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383500" y="38100"/>
            <a:ext cx="46609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5400000">
            <a:off x="5118100" y="-5486400"/>
            <a:ext cx="14160500" cy="2470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00"/>
            <a:ext cx="24384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5600"/>
            <a:ext cx="24384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628599">
            <a:off x="8724900" y="317500"/>
            <a:ext cx="1219200" cy="1219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900" y="927100"/>
            <a:ext cx="23964900" cy="170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0" y="5626100"/>
            <a:ext cx="11277600" cy="952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85200" y="3441700"/>
            <a:ext cx="2705100" cy="1955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65000" y="7658100"/>
            <a:ext cx="12319000" cy="1066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49300" y="11531600"/>
            <a:ext cx="10769600" cy="901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47600" y="8597900"/>
            <a:ext cx="11353800" cy="355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-900000">
            <a:off x="11785600" y="8102600"/>
            <a:ext cx="1447800" cy="1231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46200" y="3441700"/>
            <a:ext cx="6350000" cy="8991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03500" y="3733800"/>
            <a:ext cx="6489700" cy="890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49700" y="3924300"/>
            <a:ext cx="6070600" cy="8521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383500" y="38100"/>
            <a:ext cx="46609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5400000">
            <a:off x="5118100" y="-5486400"/>
            <a:ext cx="14160500" cy="2470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00"/>
            <a:ext cx="24384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5600"/>
            <a:ext cx="24384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628599">
            <a:off x="8724900" y="317500"/>
            <a:ext cx="1219200" cy="1219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900" y="927100"/>
            <a:ext cx="23964900" cy="170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0" y="5626100"/>
            <a:ext cx="11277600" cy="952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85200" y="3441700"/>
            <a:ext cx="2705100" cy="1955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65000" y="7658100"/>
            <a:ext cx="12319000" cy="1066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49300" y="11531600"/>
            <a:ext cx="10769600" cy="901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47600" y="8597900"/>
            <a:ext cx="11353800" cy="355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-900000">
            <a:off x="11785600" y="8102600"/>
            <a:ext cx="1447800" cy="1231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46200" y="3441700"/>
            <a:ext cx="6350000" cy="8991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03500" y="3733800"/>
            <a:ext cx="6489700" cy="890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49700" y="3924300"/>
            <a:ext cx="6070600" cy="8521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84800" y="8331200"/>
            <a:ext cx="6070600" cy="4114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383500" y="38100"/>
            <a:ext cx="46609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5400000">
            <a:off x="5118100" y="-5486400"/>
            <a:ext cx="14160500" cy="2470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00"/>
            <a:ext cx="24384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5600"/>
            <a:ext cx="24384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9385300"/>
            <a:ext cx="13131800" cy="1231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000" y="5867400"/>
            <a:ext cx="11277600" cy="1231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59300" y="7150100"/>
            <a:ext cx="2705100" cy="1955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22700" y="3632200"/>
            <a:ext cx="2705100" cy="1955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628599">
            <a:off x="8001000" y="317500"/>
            <a:ext cx="1219200" cy="1219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5900" y="927100"/>
            <a:ext cx="23964900" cy="1701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83500" y="38100"/>
            <a:ext cx="46609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5400000">
            <a:off x="5118100" y="-5486400"/>
            <a:ext cx="14160500" cy="2470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00"/>
            <a:ext cx="24384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5600"/>
            <a:ext cx="24384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3848100"/>
            <a:ext cx="3048000" cy="8877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55800" y="7912100"/>
            <a:ext cx="74930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7912100"/>
            <a:ext cx="74930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39900" y="5537200"/>
            <a:ext cx="7924800" cy="2336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84600" y="4165600"/>
            <a:ext cx="3848100" cy="1371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7900" y="5537200"/>
            <a:ext cx="7531100" cy="2336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76700" y="4165600"/>
            <a:ext cx="3848100" cy="1371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628599">
            <a:off x="8001000" y="317500"/>
            <a:ext cx="1219200" cy="1219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5900" y="927100"/>
            <a:ext cx="23964900" cy="1701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383500" y="38100"/>
            <a:ext cx="46609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5400000">
            <a:off x="5118100" y="-5486400"/>
            <a:ext cx="14160500" cy="2470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00"/>
            <a:ext cx="24384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5600"/>
            <a:ext cx="24384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5200" y="7912100"/>
            <a:ext cx="74930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00" y="5537200"/>
            <a:ext cx="7531100" cy="2336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6700" y="4165600"/>
            <a:ext cx="3848100" cy="1371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628599">
            <a:off x="8001000" y="317500"/>
            <a:ext cx="1219200" cy="1219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900" y="927100"/>
            <a:ext cx="23964900" cy="1701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71200" y="4330700"/>
            <a:ext cx="11887200" cy="1155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71200" y="6007100"/>
            <a:ext cx="6235700" cy="7683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11100" y="6007100"/>
            <a:ext cx="6235700" cy="7772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39900" y="6007100"/>
            <a:ext cx="6235700" cy="7683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510000" y="6007100"/>
            <a:ext cx="6235700" cy="7683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71200" y="5410200"/>
            <a:ext cx="11887200" cy="1155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383500" y="38100"/>
            <a:ext cx="46609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5400000">
            <a:off x="5118100" y="-5486400"/>
            <a:ext cx="14160500" cy="2470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00"/>
            <a:ext cx="24384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5600"/>
            <a:ext cx="24384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5200" y="7912100"/>
            <a:ext cx="74930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00" y="5537200"/>
            <a:ext cx="7531100" cy="2336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6700" y="4165600"/>
            <a:ext cx="3848100" cy="1371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628599">
            <a:off x="8001000" y="317500"/>
            <a:ext cx="1219200" cy="1219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900" y="927100"/>
            <a:ext cx="23964900" cy="1701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6858000"/>
            <a:ext cx="6172200" cy="3492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71200" y="4330700"/>
            <a:ext cx="11887200" cy="1155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71200" y="5410200"/>
            <a:ext cx="11887200" cy="1155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678400" y="6858000"/>
            <a:ext cx="4648200" cy="5092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383500" y="38100"/>
            <a:ext cx="46609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5400000">
            <a:off x="5118100" y="-5486400"/>
            <a:ext cx="14160500" cy="2470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00"/>
            <a:ext cx="24384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5600"/>
            <a:ext cx="24384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5200" y="7912100"/>
            <a:ext cx="74930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00" y="5537200"/>
            <a:ext cx="7531100" cy="2336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6700" y="4165600"/>
            <a:ext cx="3848100" cy="1371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628599">
            <a:off x="8001000" y="317500"/>
            <a:ext cx="1219200" cy="1219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900" y="927100"/>
            <a:ext cx="23964900" cy="1701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71200" y="4330700"/>
            <a:ext cx="11887200" cy="1155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71200" y="5410200"/>
            <a:ext cx="11887200" cy="1155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157700" y="6565900"/>
            <a:ext cx="4826000" cy="7150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84000" y="6565900"/>
            <a:ext cx="5054600" cy="5486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383500" y="38100"/>
            <a:ext cx="46609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5400000">
            <a:off x="5118100" y="-5486400"/>
            <a:ext cx="14160500" cy="2470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00"/>
            <a:ext cx="24384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5600"/>
            <a:ext cx="24384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55800" y="7912100"/>
            <a:ext cx="74930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28800" y="5537200"/>
            <a:ext cx="7734300" cy="2336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84600" y="4165600"/>
            <a:ext cx="3848100" cy="1371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628599">
            <a:off x="8001000" y="317500"/>
            <a:ext cx="1219200" cy="1219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900" y="927100"/>
            <a:ext cx="23964900" cy="1701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9400" y="5994400"/>
            <a:ext cx="4851400" cy="7721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27200" y="4330700"/>
            <a:ext cx="11887200" cy="1155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45100" y="5994400"/>
            <a:ext cx="4851400" cy="7721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70800" y="5994400"/>
            <a:ext cx="4851400" cy="7721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27200" y="5410200"/>
            <a:ext cx="11887200" cy="1155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3480000">
            <a:off x="11823700" y="5016500"/>
            <a:ext cx="736600" cy="596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900000">
            <a:off x="2921000" y="3810000"/>
            <a:ext cx="1079500" cy="914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383500" y="38100"/>
            <a:ext cx="46609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5400000">
            <a:off x="5118100" y="-5486400"/>
            <a:ext cx="14160500" cy="2470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00"/>
            <a:ext cx="24384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5600"/>
            <a:ext cx="24384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55800" y="7912100"/>
            <a:ext cx="74930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84600" y="4165600"/>
            <a:ext cx="3848100" cy="1371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628599">
            <a:off x="8001000" y="317500"/>
            <a:ext cx="1219200" cy="1219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900" y="927100"/>
            <a:ext cx="23964900" cy="1701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7200" y="4330700"/>
            <a:ext cx="11887200" cy="1155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39900" y="11506200"/>
            <a:ext cx="123571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27200" y="10566400"/>
            <a:ext cx="838200" cy="762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39900" y="9906000"/>
            <a:ext cx="123571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7200" y="9004300"/>
            <a:ext cx="838200" cy="762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39900" y="8356600"/>
            <a:ext cx="123571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27200" y="7454900"/>
            <a:ext cx="838200" cy="762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39900" y="6807200"/>
            <a:ext cx="12357100" cy="25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27200" y="5905500"/>
            <a:ext cx="838200" cy="762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74900" y="10604500"/>
            <a:ext cx="11531600" cy="787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74900" y="9055100"/>
            <a:ext cx="11531600" cy="787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74900" y="7505700"/>
            <a:ext cx="11531600" cy="787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74900" y="5943600"/>
            <a:ext cx="11531600" cy="787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383500" y="38100"/>
            <a:ext cx="4660900" cy="3238500"/>
          </a:xfrm>
          <a:prstGeom prst="rect">
            <a:avLst/>
          </a:prstGeom>
        </p:spPr>
      </p:pic>
      <p:pic>
        <p:nvPicPr>
          <p:cNvPr id="25" name="Picture 7">
            <a:extLst>
              <a:ext uri="{FF2B5EF4-FFF2-40B4-BE49-F238E27FC236}">
                <a16:creationId xmlns:a16="http://schemas.microsoft.com/office/drawing/2014/main" id="{B9C20927-E25B-4925-B615-DD7117C4D8E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528800" y="5537200"/>
            <a:ext cx="7734300" cy="2336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5400000">
            <a:off x="5118100" y="-5486400"/>
            <a:ext cx="14160500" cy="2470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00"/>
            <a:ext cx="24384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5600"/>
            <a:ext cx="24384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00100" y="5003800"/>
            <a:ext cx="9918700" cy="5638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628599">
            <a:off x="8001000" y="317500"/>
            <a:ext cx="1219200" cy="1219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900" y="927100"/>
            <a:ext cx="23964900" cy="1701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2600" y="3822700"/>
            <a:ext cx="9182100" cy="8166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74900" y="7594600"/>
            <a:ext cx="6858000" cy="3479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420000">
            <a:off x="15595600" y="10210800"/>
            <a:ext cx="1943100" cy="317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83500" y="38100"/>
            <a:ext cx="46609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5400000">
            <a:off x="5118100" y="-5486400"/>
            <a:ext cx="14160500" cy="2470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00"/>
            <a:ext cx="24384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5600"/>
            <a:ext cx="24384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417800" y="4292600"/>
            <a:ext cx="6337300" cy="618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">
            <a:off x="12090400" y="8915400"/>
            <a:ext cx="26035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7700" y="10134600"/>
            <a:ext cx="88900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6200" y="9004300"/>
            <a:ext cx="1092200" cy="800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640000">
            <a:off x="12344400" y="6845300"/>
            <a:ext cx="2082800" cy="1828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7700" y="8216900"/>
            <a:ext cx="8890000" cy="38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6200" y="7073900"/>
            <a:ext cx="1092200" cy="800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660000">
            <a:off x="12014200" y="5588000"/>
            <a:ext cx="2590800" cy="520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7700" y="6286500"/>
            <a:ext cx="8890000" cy="38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16200" y="5156200"/>
            <a:ext cx="1092200" cy="800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6628599">
            <a:off x="2247900" y="317500"/>
            <a:ext cx="1219200" cy="1219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357600" y="6045200"/>
            <a:ext cx="4152900" cy="3429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16300" y="9131300"/>
            <a:ext cx="8445500" cy="990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16300" y="7200900"/>
            <a:ext cx="8445500" cy="990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16300" y="5283200"/>
            <a:ext cx="8445500" cy="990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5900" y="927100"/>
            <a:ext cx="23964900" cy="1701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951700" y="8064500"/>
            <a:ext cx="1562100" cy="1562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383500" y="38100"/>
            <a:ext cx="4660900" cy="3238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사용자 지정</PresentationFormat>
  <Paragraphs>0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pc</cp:lastModifiedBy>
  <cp:revision>2</cp:revision>
  <dcterms:created xsi:type="dcterms:W3CDTF">2006-08-16T00:00:00Z</dcterms:created>
  <dcterms:modified xsi:type="dcterms:W3CDTF">2026-08-27T11:26:16Z</dcterms:modified>
</cp:coreProperties>
</file>