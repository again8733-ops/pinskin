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24384000" cy="13716000"/>
  <p:notesSz cx="6858000" cy="9144000"/>
  <p:embeddedFontLst>
    <p:embeddedFont>
      <p:font typeface="Pretendard Black"/>
      <p:bold r:id="rId23"/>
    </p:embeddedFont>
    <p:embeddedFont>
      <p:font typeface="Pretendard Bold"/>
      <p:bold r:id="rId24"/>
    </p:embeddedFont>
    <p:embeddedFont>
      <p:font typeface="Nanum GarMaesGeur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1.fntdata" Type="http://schemas.openxmlformats.org/officeDocument/2006/relationships/font"/><Relationship Id="rId24" Target="fonts/font2.fntdata" Type="http://schemas.openxmlformats.org/officeDocument/2006/relationships/font"/><Relationship Id="rId25" Target="fonts/font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2.png" Type="http://schemas.openxmlformats.org/officeDocument/2006/relationships/image"/><Relationship Id="rId7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png" Type="http://schemas.openxmlformats.org/officeDocument/2006/relationships/image"/><Relationship Id="rId12" Target="../media/image3.png" Type="http://schemas.openxmlformats.org/officeDocument/2006/relationships/image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png" Type="http://schemas.openxmlformats.org/officeDocument/2006/relationships/image"/><Relationship Id="rId12" Target="../media/image3.png" Type="http://schemas.openxmlformats.org/officeDocument/2006/relationships/image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12" Target="../media/image38.png" Type="http://schemas.openxmlformats.org/officeDocument/2006/relationships/image"/><Relationship Id="rId13" Target="../media/image39.png" Type="http://schemas.openxmlformats.org/officeDocument/2006/relationships/image"/><Relationship Id="rId14" Target="../media/image40.png" Type="http://schemas.openxmlformats.org/officeDocument/2006/relationships/image"/><Relationship Id="rId15" Target="../media/image41.png" Type="http://schemas.openxmlformats.org/officeDocument/2006/relationships/image"/><Relationship Id="rId16" Target="../media/image3.png" Type="http://schemas.openxmlformats.org/officeDocument/2006/relationships/image"/><Relationship Id="rId2" Target="../media/image23.png" Type="http://schemas.openxmlformats.org/officeDocument/2006/relationships/image"/><Relationship Id="rId3" Target="../media/image30.png" Type="http://schemas.openxmlformats.org/officeDocument/2006/relationships/image"/><Relationship Id="rId4" Target="../media/image25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png" Type="http://schemas.openxmlformats.org/officeDocument/2006/relationships/image"/><Relationship Id="rId12" Target="../media/image51.png" Type="http://schemas.openxmlformats.org/officeDocument/2006/relationships/image"/><Relationship Id="rId13" Target="../media/image52.png" Type="http://schemas.openxmlformats.org/officeDocument/2006/relationships/image"/><Relationship Id="rId14" Target="../media/image53.png" Type="http://schemas.openxmlformats.org/officeDocument/2006/relationships/image"/><Relationship Id="rId15" Target="../media/image54.png" Type="http://schemas.openxmlformats.org/officeDocument/2006/relationships/image"/><Relationship Id="rId16" Target="../media/image55.png" Type="http://schemas.openxmlformats.org/officeDocument/2006/relationships/image"/><Relationship Id="rId17" Target="../media/image56.png" Type="http://schemas.openxmlformats.org/officeDocument/2006/relationships/image"/><Relationship Id="rId18" Target="../media/image3.png" Type="http://schemas.openxmlformats.org/officeDocument/2006/relationships/image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0.png" Type="http://schemas.openxmlformats.org/officeDocument/2006/relationships/image"/><Relationship Id="rId8" Target="../media/image47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png" Type="http://schemas.openxmlformats.org/officeDocument/2006/relationships/image"/><Relationship Id="rId11" Target="../media/image62.png" Type="http://schemas.openxmlformats.org/officeDocument/2006/relationships/image"/><Relationship Id="rId12" Target="../media/image3.png" Type="http://schemas.openxmlformats.org/officeDocument/2006/relationships/image"/><Relationship Id="rId2" Target="../media/image23.png" Type="http://schemas.openxmlformats.org/officeDocument/2006/relationships/image"/><Relationship Id="rId3" Target="../media/image43.png" Type="http://schemas.openxmlformats.org/officeDocument/2006/relationships/image"/><Relationship Id="rId4" Target="../media/image57.png" Type="http://schemas.openxmlformats.org/officeDocument/2006/relationships/image"/><Relationship Id="rId5" Target="../media/image58.png" Type="http://schemas.openxmlformats.org/officeDocument/2006/relationships/image"/><Relationship Id="rId6" Target="../media/image59.png" Type="http://schemas.openxmlformats.org/officeDocument/2006/relationships/image"/><Relationship Id="rId7" Target="../media/image60.png" Type="http://schemas.openxmlformats.org/officeDocument/2006/relationships/image"/><Relationship Id="rId8" Target="../media/image61.pn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69.png" Type="http://schemas.openxmlformats.org/officeDocument/2006/relationships/image"/><Relationship Id="rId12" Target="../media/image70.png" Type="http://schemas.openxmlformats.org/officeDocument/2006/relationships/image"/><Relationship Id="rId13" Target="../media/image71.png" Type="http://schemas.openxmlformats.org/officeDocument/2006/relationships/image"/><Relationship Id="rId14" Target="../media/image72.png" Type="http://schemas.openxmlformats.org/officeDocument/2006/relationships/image"/><Relationship Id="rId15" Target="../media/image73.png" Type="http://schemas.openxmlformats.org/officeDocument/2006/relationships/image"/><Relationship Id="rId16" Target="../media/image74.png" Type="http://schemas.openxmlformats.org/officeDocument/2006/relationships/image"/><Relationship Id="rId17" Target="../media/image75.png" Type="http://schemas.openxmlformats.org/officeDocument/2006/relationships/image"/><Relationship Id="rId18" Target="../media/image76.png" Type="http://schemas.openxmlformats.org/officeDocument/2006/relationships/image"/><Relationship Id="rId19" Target="../media/image77.png" Type="http://schemas.openxmlformats.org/officeDocument/2006/relationships/image"/><Relationship Id="rId2" Target="../media/image63.png" Type="http://schemas.openxmlformats.org/officeDocument/2006/relationships/image"/><Relationship Id="rId20" Target="../media/image78.png" Type="http://schemas.openxmlformats.org/officeDocument/2006/relationships/image"/><Relationship Id="rId21" Target="../media/image79.png" Type="http://schemas.openxmlformats.org/officeDocument/2006/relationships/image"/><Relationship Id="rId22" Target="../media/image3.png" Type="http://schemas.openxmlformats.org/officeDocument/2006/relationships/image"/><Relationship Id="rId3" Target="../media/image64.png" Type="http://schemas.openxmlformats.org/officeDocument/2006/relationships/image"/><Relationship Id="rId4" Target="../media/image65.png" Type="http://schemas.openxmlformats.org/officeDocument/2006/relationships/image"/><Relationship Id="rId5" Target="../media/image66.png" Type="http://schemas.openxmlformats.org/officeDocument/2006/relationships/image"/><Relationship Id="rId6" Target="../media/image30.png" Type="http://schemas.openxmlformats.org/officeDocument/2006/relationships/image"/><Relationship Id="rId7" Target="../media/image67.png" Type="http://schemas.openxmlformats.org/officeDocument/2006/relationships/image"/><Relationship Id="rId8" Target="../media/image34.png" Type="http://schemas.openxmlformats.org/officeDocument/2006/relationships/image"/><Relationship Id="rId9" Target="../media/image6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7.png" Type="http://schemas.openxmlformats.org/officeDocument/2006/relationships/image"/><Relationship Id="rId11" Target="../media/image88.png" Type="http://schemas.openxmlformats.org/officeDocument/2006/relationships/image"/><Relationship Id="rId12" Target="../media/image26.png" Type="http://schemas.openxmlformats.org/officeDocument/2006/relationships/image"/><Relationship Id="rId13" Target="../media/image89.png" Type="http://schemas.openxmlformats.org/officeDocument/2006/relationships/image"/><Relationship Id="rId14" Target="../media/image90.png" Type="http://schemas.openxmlformats.org/officeDocument/2006/relationships/image"/><Relationship Id="rId15" Target="../media/image91.png" Type="http://schemas.openxmlformats.org/officeDocument/2006/relationships/image"/><Relationship Id="rId16" Target="../media/image92.png" Type="http://schemas.openxmlformats.org/officeDocument/2006/relationships/image"/><Relationship Id="rId17" Target="../media/image3.png" Type="http://schemas.openxmlformats.org/officeDocument/2006/relationships/image"/><Relationship Id="rId2" Target="../media/image80.png" Type="http://schemas.openxmlformats.org/officeDocument/2006/relationships/image"/><Relationship Id="rId3" Target="../media/image81.png" Type="http://schemas.openxmlformats.org/officeDocument/2006/relationships/image"/><Relationship Id="rId4" Target="../media/image68.png" Type="http://schemas.openxmlformats.org/officeDocument/2006/relationships/image"/><Relationship Id="rId5" Target="../media/image82.png" Type="http://schemas.openxmlformats.org/officeDocument/2006/relationships/image"/><Relationship Id="rId6" Target="../media/image83.png" Type="http://schemas.openxmlformats.org/officeDocument/2006/relationships/image"/><Relationship Id="rId7" Target="../media/image84.png" Type="http://schemas.openxmlformats.org/officeDocument/2006/relationships/image"/><Relationship Id="rId8" Target="../media/image85.png" Type="http://schemas.openxmlformats.org/officeDocument/2006/relationships/image"/><Relationship Id="rId9" Target="../media/image8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6.png" Type="http://schemas.openxmlformats.org/officeDocument/2006/relationships/image"/><Relationship Id="rId11" Target="../media/image97.png" Type="http://schemas.openxmlformats.org/officeDocument/2006/relationships/image"/><Relationship Id="rId12" Target="../media/image98.png" Type="http://schemas.openxmlformats.org/officeDocument/2006/relationships/image"/><Relationship Id="rId13" Target="../media/image99.png" Type="http://schemas.openxmlformats.org/officeDocument/2006/relationships/image"/><Relationship Id="rId14" Target="../media/image100.png" Type="http://schemas.openxmlformats.org/officeDocument/2006/relationships/image"/><Relationship Id="rId15" Target="../media/image101.png" Type="http://schemas.openxmlformats.org/officeDocument/2006/relationships/image"/><Relationship Id="rId16" Target="../media/image102.png" Type="http://schemas.openxmlformats.org/officeDocument/2006/relationships/image"/><Relationship Id="rId17" Target="../media/image103.png" Type="http://schemas.openxmlformats.org/officeDocument/2006/relationships/image"/><Relationship Id="rId18" Target="../media/image104.png" Type="http://schemas.openxmlformats.org/officeDocument/2006/relationships/image"/><Relationship Id="rId19" Target="../media/image105.png" Type="http://schemas.openxmlformats.org/officeDocument/2006/relationships/image"/><Relationship Id="rId2" Target="../media/image93.png" Type="http://schemas.openxmlformats.org/officeDocument/2006/relationships/image"/><Relationship Id="rId20" Target="../media/image106.png" Type="http://schemas.openxmlformats.org/officeDocument/2006/relationships/image"/><Relationship Id="rId21" Target="../media/image107.png" Type="http://schemas.openxmlformats.org/officeDocument/2006/relationships/image"/><Relationship Id="rId22" Target="../media/image108.png" Type="http://schemas.openxmlformats.org/officeDocument/2006/relationships/image"/><Relationship Id="rId23" Target="../media/image109.png" Type="http://schemas.openxmlformats.org/officeDocument/2006/relationships/image"/><Relationship Id="rId24" Target="../media/image110.png" Type="http://schemas.openxmlformats.org/officeDocument/2006/relationships/image"/><Relationship Id="rId25" Target="../media/image111.png" Type="http://schemas.openxmlformats.org/officeDocument/2006/relationships/image"/><Relationship Id="rId26" Target="../media/image112.png" Type="http://schemas.openxmlformats.org/officeDocument/2006/relationships/image"/><Relationship Id="rId27" Target="../media/image113.png" Type="http://schemas.openxmlformats.org/officeDocument/2006/relationships/image"/><Relationship Id="rId28" Target="../media/image114.png" Type="http://schemas.openxmlformats.org/officeDocument/2006/relationships/image"/><Relationship Id="rId29" Target="../media/image3.png" Type="http://schemas.openxmlformats.org/officeDocument/2006/relationships/image"/><Relationship Id="rId3" Target="../media/image17.png" Type="http://schemas.openxmlformats.org/officeDocument/2006/relationships/image"/><Relationship Id="rId4" Target="../media/image74.png" Type="http://schemas.openxmlformats.org/officeDocument/2006/relationships/image"/><Relationship Id="rId5" Target="../media/image94.png" Type="http://schemas.openxmlformats.org/officeDocument/2006/relationships/image"/><Relationship Id="rId6" Target="../media/image95.png" Type="http://schemas.openxmlformats.org/officeDocument/2006/relationships/image"/><Relationship Id="rId7" Target="../media/image40.png" Type="http://schemas.openxmlformats.org/officeDocument/2006/relationships/image"/><Relationship Id="rId8" Target="../media/image69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0.png" Type="http://schemas.openxmlformats.org/officeDocument/2006/relationships/image"/><Relationship Id="rId11" Target="../media/image121.png" Type="http://schemas.openxmlformats.org/officeDocument/2006/relationships/image"/><Relationship Id="rId12" Target="../media/image122.png" Type="http://schemas.openxmlformats.org/officeDocument/2006/relationships/image"/><Relationship Id="rId13" Target="../media/image123.png" Type="http://schemas.openxmlformats.org/officeDocument/2006/relationships/image"/><Relationship Id="rId14" Target="../media/image124.png" Type="http://schemas.openxmlformats.org/officeDocument/2006/relationships/image"/><Relationship Id="rId15" Target="../media/image125.png" Type="http://schemas.openxmlformats.org/officeDocument/2006/relationships/image"/><Relationship Id="rId16" Target="../media/image126.png" Type="http://schemas.openxmlformats.org/officeDocument/2006/relationships/image"/><Relationship Id="rId17" Target="../media/image127.png" Type="http://schemas.openxmlformats.org/officeDocument/2006/relationships/image"/><Relationship Id="rId18" Target="../media/image128.png" Type="http://schemas.openxmlformats.org/officeDocument/2006/relationships/image"/><Relationship Id="rId19" Target="../media/image129.png" Type="http://schemas.openxmlformats.org/officeDocument/2006/relationships/image"/><Relationship Id="rId2" Target="../media/image115.png" Type="http://schemas.openxmlformats.org/officeDocument/2006/relationships/image"/><Relationship Id="rId20" Target="../media/image90.png" Type="http://schemas.openxmlformats.org/officeDocument/2006/relationships/image"/><Relationship Id="rId21" Target="../media/image130.png" Type="http://schemas.openxmlformats.org/officeDocument/2006/relationships/image"/><Relationship Id="rId22" Target="../media/image131.png" Type="http://schemas.openxmlformats.org/officeDocument/2006/relationships/image"/><Relationship Id="rId23" Target="../media/image132.png" Type="http://schemas.openxmlformats.org/officeDocument/2006/relationships/image"/><Relationship Id="rId24" Target="../media/image133.png" Type="http://schemas.openxmlformats.org/officeDocument/2006/relationships/image"/><Relationship Id="rId25" Target="../media/image134.png" Type="http://schemas.openxmlformats.org/officeDocument/2006/relationships/image"/><Relationship Id="rId26" Target="../media/image135.png" Type="http://schemas.openxmlformats.org/officeDocument/2006/relationships/image"/><Relationship Id="rId27" Target="../media/image136.png" Type="http://schemas.openxmlformats.org/officeDocument/2006/relationships/image"/><Relationship Id="rId28" Target="../media/image137.png" Type="http://schemas.openxmlformats.org/officeDocument/2006/relationships/image"/><Relationship Id="rId29" Target="../media/image3.png" Type="http://schemas.openxmlformats.org/officeDocument/2006/relationships/image"/><Relationship Id="rId3" Target="../media/image69.png" Type="http://schemas.openxmlformats.org/officeDocument/2006/relationships/image"/><Relationship Id="rId4" Target="../media/image116.png" Type="http://schemas.openxmlformats.org/officeDocument/2006/relationships/image"/><Relationship Id="rId5" Target="../media/image46.png" Type="http://schemas.openxmlformats.org/officeDocument/2006/relationships/image"/><Relationship Id="rId6" Target="../media/image40.png" Type="http://schemas.openxmlformats.org/officeDocument/2006/relationships/image"/><Relationship Id="rId7" Target="../media/image117.png" Type="http://schemas.openxmlformats.org/officeDocument/2006/relationships/image"/><Relationship Id="rId8" Target="../media/image118.png" Type="http://schemas.openxmlformats.org/officeDocument/2006/relationships/image"/><Relationship Id="rId9" Target="../media/image1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4.png" Type="http://schemas.openxmlformats.org/officeDocument/2006/relationships/image"/><Relationship Id="rId11" Target="../media/image145.png" Type="http://schemas.openxmlformats.org/officeDocument/2006/relationships/image"/><Relationship Id="rId12" Target="../media/image74.png" Type="http://schemas.openxmlformats.org/officeDocument/2006/relationships/image"/><Relationship Id="rId13" Target="../media/image146.png" Type="http://schemas.openxmlformats.org/officeDocument/2006/relationships/image"/><Relationship Id="rId14" Target="../media/image72.png" Type="http://schemas.openxmlformats.org/officeDocument/2006/relationships/image"/><Relationship Id="rId15" Target="../media/image147.png" Type="http://schemas.openxmlformats.org/officeDocument/2006/relationships/image"/><Relationship Id="rId16" Target="../media/image148.png" Type="http://schemas.openxmlformats.org/officeDocument/2006/relationships/image"/><Relationship Id="rId17" Target="../media/image30.png" Type="http://schemas.openxmlformats.org/officeDocument/2006/relationships/image"/><Relationship Id="rId18" Target="../media/image149.png" Type="http://schemas.openxmlformats.org/officeDocument/2006/relationships/image"/><Relationship Id="rId19" Target="../media/image150.png" Type="http://schemas.openxmlformats.org/officeDocument/2006/relationships/image"/><Relationship Id="rId2" Target="../media/image138.png" Type="http://schemas.openxmlformats.org/officeDocument/2006/relationships/image"/><Relationship Id="rId20" Target="../media/image69.png" Type="http://schemas.openxmlformats.org/officeDocument/2006/relationships/image"/><Relationship Id="rId21" Target="../media/image90.png" Type="http://schemas.openxmlformats.org/officeDocument/2006/relationships/image"/><Relationship Id="rId22" Target="../media/image151.png" Type="http://schemas.openxmlformats.org/officeDocument/2006/relationships/image"/><Relationship Id="rId23" Target="../media/image152.png" Type="http://schemas.openxmlformats.org/officeDocument/2006/relationships/image"/><Relationship Id="rId24" Target="../media/image153.png" Type="http://schemas.openxmlformats.org/officeDocument/2006/relationships/image"/><Relationship Id="rId25" Target="../media/image154.png" Type="http://schemas.openxmlformats.org/officeDocument/2006/relationships/image"/><Relationship Id="rId26" Target="../media/image92.png" Type="http://schemas.openxmlformats.org/officeDocument/2006/relationships/image"/><Relationship Id="rId27" Target="../media/image155.png" Type="http://schemas.openxmlformats.org/officeDocument/2006/relationships/image"/><Relationship Id="rId28" Target="../media/image156.png" Type="http://schemas.openxmlformats.org/officeDocument/2006/relationships/image"/><Relationship Id="rId29" Target="../media/image157.png" Type="http://schemas.openxmlformats.org/officeDocument/2006/relationships/image"/><Relationship Id="rId3" Target="../media/image139.png" Type="http://schemas.openxmlformats.org/officeDocument/2006/relationships/image"/><Relationship Id="rId30" Target="../media/image158.png" Type="http://schemas.openxmlformats.org/officeDocument/2006/relationships/image"/><Relationship Id="rId31" Target="../media/image3.png" Type="http://schemas.openxmlformats.org/officeDocument/2006/relationships/image"/><Relationship Id="rId4" Target="../media/image140.png" Type="http://schemas.openxmlformats.org/officeDocument/2006/relationships/image"/><Relationship Id="rId5" Target="../media/image141.png" Type="http://schemas.openxmlformats.org/officeDocument/2006/relationships/image"/><Relationship Id="rId6" Target="../media/image40.png" Type="http://schemas.openxmlformats.org/officeDocument/2006/relationships/image"/><Relationship Id="rId7" Target="../media/image95.png" Type="http://schemas.openxmlformats.org/officeDocument/2006/relationships/image"/><Relationship Id="rId8" Target="../media/image142.png" Type="http://schemas.openxmlformats.org/officeDocument/2006/relationships/image"/><Relationship Id="rId9" Target="../media/image14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4.png" Type="http://schemas.openxmlformats.org/officeDocument/2006/relationships/image"/><Relationship Id="rId11" Target="../media/image69.png" Type="http://schemas.openxmlformats.org/officeDocument/2006/relationships/image"/><Relationship Id="rId12" Target="../media/image165.png" Type="http://schemas.openxmlformats.org/officeDocument/2006/relationships/image"/><Relationship Id="rId13" Target="../media/image166.png" Type="http://schemas.openxmlformats.org/officeDocument/2006/relationships/image"/><Relationship Id="rId14" Target="../media/image167.png" Type="http://schemas.openxmlformats.org/officeDocument/2006/relationships/image"/><Relationship Id="rId15" Target="../media/image168.png" Type="http://schemas.openxmlformats.org/officeDocument/2006/relationships/image"/><Relationship Id="rId16" Target="../media/image3.png" Type="http://schemas.openxmlformats.org/officeDocument/2006/relationships/image"/><Relationship Id="rId2" Target="../media/image115.png" Type="http://schemas.openxmlformats.org/officeDocument/2006/relationships/image"/><Relationship Id="rId3" Target="../media/image43.png" Type="http://schemas.openxmlformats.org/officeDocument/2006/relationships/image"/><Relationship Id="rId4" Target="../media/image159.png" Type="http://schemas.openxmlformats.org/officeDocument/2006/relationships/image"/><Relationship Id="rId5" Target="../media/image160.png" Type="http://schemas.openxmlformats.org/officeDocument/2006/relationships/image"/><Relationship Id="rId6" Target="../media/image161.png" Type="http://schemas.openxmlformats.org/officeDocument/2006/relationships/image"/><Relationship Id="rId7" Target="../media/image118.png" Type="http://schemas.openxmlformats.org/officeDocument/2006/relationships/image"/><Relationship Id="rId8" Target="../media/image162.png" Type="http://schemas.openxmlformats.org/officeDocument/2006/relationships/image"/><Relationship Id="rId9" Target="../media/image16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4.png" Type="http://schemas.openxmlformats.org/officeDocument/2006/relationships/image"/><Relationship Id="rId11" Target="../media/image175.png" Type="http://schemas.openxmlformats.org/officeDocument/2006/relationships/image"/><Relationship Id="rId12" Target="../media/image69.png" Type="http://schemas.openxmlformats.org/officeDocument/2006/relationships/image"/><Relationship Id="rId13" Target="../media/image176.png" Type="http://schemas.openxmlformats.org/officeDocument/2006/relationships/image"/><Relationship Id="rId14" Target="../media/image177.png" Type="http://schemas.openxmlformats.org/officeDocument/2006/relationships/image"/><Relationship Id="rId15" Target="../media/image178.png" Type="http://schemas.openxmlformats.org/officeDocument/2006/relationships/image"/><Relationship Id="rId16" Target="../media/image179.png" Type="http://schemas.openxmlformats.org/officeDocument/2006/relationships/image"/><Relationship Id="rId17" Target="../media/image30.png" Type="http://schemas.openxmlformats.org/officeDocument/2006/relationships/image"/><Relationship Id="rId18" Target="../media/image180.png" Type="http://schemas.openxmlformats.org/officeDocument/2006/relationships/image"/><Relationship Id="rId19" Target="../media/image181.png" Type="http://schemas.openxmlformats.org/officeDocument/2006/relationships/image"/><Relationship Id="rId2" Target="../media/image169.png" Type="http://schemas.openxmlformats.org/officeDocument/2006/relationships/image"/><Relationship Id="rId20" Target="../media/image182.png" Type="http://schemas.openxmlformats.org/officeDocument/2006/relationships/image"/><Relationship Id="rId21" Target="../media/image183.png" Type="http://schemas.openxmlformats.org/officeDocument/2006/relationships/image"/><Relationship Id="rId22" Target="../media/image184.png" Type="http://schemas.openxmlformats.org/officeDocument/2006/relationships/image"/><Relationship Id="rId23" Target="../media/image185.png" Type="http://schemas.openxmlformats.org/officeDocument/2006/relationships/image"/><Relationship Id="rId24" Target="../media/image186.png" Type="http://schemas.openxmlformats.org/officeDocument/2006/relationships/image"/><Relationship Id="rId25" Target="../media/image187.png" Type="http://schemas.openxmlformats.org/officeDocument/2006/relationships/image"/><Relationship Id="rId26" Target="../media/image188.png" Type="http://schemas.openxmlformats.org/officeDocument/2006/relationships/image"/><Relationship Id="rId27" Target="../media/image189.png" Type="http://schemas.openxmlformats.org/officeDocument/2006/relationships/image"/><Relationship Id="rId28" Target="../media/image190.png" Type="http://schemas.openxmlformats.org/officeDocument/2006/relationships/image"/><Relationship Id="rId29" Target="../media/image191.png" Type="http://schemas.openxmlformats.org/officeDocument/2006/relationships/image"/><Relationship Id="rId3" Target="../media/image170.png" Type="http://schemas.openxmlformats.org/officeDocument/2006/relationships/image"/><Relationship Id="rId30" Target="../media/image192.png" Type="http://schemas.openxmlformats.org/officeDocument/2006/relationships/image"/><Relationship Id="rId31" Target="../media/image193.png" Type="http://schemas.openxmlformats.org/officeDocument/2006/relationships/image"/><Relationship Id="rId32" Target="../media/image3.png" Type="http://schemas.openxmlformats.org/officeDocument/2006/relationships/image"/><Relationship Id="rId4" Target="../media/image171.png" Type="http://schemas.openxmlformats.org/officeDocument/2006/relationships/image"/><Relationship Id="rId5" Target="../media/image44.png" Type="http://schemas.openxmlformats.org/officeDocument/2006/relationships/image"/><Relationship Id="rId6" Target="../media/image40.png" Type="http://schemas.openxmlformats.org/officeDocument/2006/relationships/image"/><Relationship Id="rId7" Target="../media/image95.png" Type="http://schemas.openxmlformats.org/officeDocument/2006/relationships/image"/><Relationship Id="rId8" Target="../media/image172.png" Type="http://schemas.openxmlformats.org/officeDocument/2006/relationships/image"/><Relationship Id="rId9" Target="../media/image17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8.png" Type="http://schemas.openxmlformats.org/officeDocument/2006/relationships/image"/><Relationship Id="rId11" Target="../media/image173.png" Type="http://schemas.openxmlformats.org/officeDocument/2006/relationships/image"/><Relationship Id="rId12" Target="../media/image199.png" Type="http://schemas.openxmlformats.org/officeDocument/2006/relationships/image"/><Relationship Id="rId13" Target="../media/image200.png" Type="http://schemas.openxmlformats.org/officeDocument/2006/relationships/image"/><Relationship Id="rId14" Target="../media/image46.png" Type="http://schemas.openxmlformats.org/officeDocument/2006/relationships/image"/><Relationship Id="rId15" Target="../media/image201.png" Type="http://schemas.openxmlformats.org/officeDocument/2006/relationships/image"/><Relationship Id="rId16" Target="../media/image121.png" Type="http://schemas.openxmlformats.org/officeDocument/2006/relationships/image"/><Relationship Id="rId17" Target="../media/image202.png" Type="http://schemas.openxmlformats.org/officeDocument/2006/relationships/image"/><Relationship Id="rId18" Target="../media/image148.png" Type="http://schemas.openxmlformats.org/officeDocument/2006/relationships/image"/><Relationship Id="rId19" Target="../media/image203.png" Type="http://schemas.openxmlformats.org/officeDocument/2006/relationships/image"/><Relationship Id="rId2" Target="../media/image194.png" Type="http://schemas.openxmlformats.org/officeDocument/2006/relationships/image"/><Relationship Id="rId20" Target="../media/image204.png" Type="http://schemas.openxmlformats.org/officeDocument/2006/relationships/image"/><Relationship Id="rId21" Target="../media/image205.png" Type="http://schemas.openxmlformats.org/officeDocument/2006/relationships/image"/><Relationship Id="rId22" Target="../media/image206.png" Type="http://schemas.openxmlformats.org/officeDocument/2006/relationships/image"/><Relationship Id="rId23" Target="../media/image207.png" Type="http://schemas.openxmlformats.org/officeDocument/2006/relationships/image"/><Relationship Id="rId24" Target="../media/image208.png" Type="http://schemas.openxmlformats.org/officeDocument/2006/relationships/image"/><Relationship Id="rId25" Target="../media/image209.png" Type="http://schemas.openxmlformats.org/officeDocument/2006/relationships/image"/><Relationship Id="rId26" Target="../media/image210.png" Type="http://schemas.openxmlformats.org/officeDocument/2006/relationships/image"/><Relationship Id="rId27" Target="../media/image211.png" Type="http://schemas.openxmlformats.org/officeDocument/2006/relationships/image"/><Relationship Id="rId28" Target="../media/image212.png" Type="http://schemas.openxmlformats.org/officeDocument/2006/relationships/image"/><Relationship Id="rId29" Target="../media/image213.png" Type="http://schemas.openxmlformats.org/officeDocument/2006/relationships/image"/><Relationship Id="rId3" Target="../media/image195.png" Type="http://schemas.openxmlformats.org/officeDocument/2006/relationships/image"/><Relationship Id="rId30" Target="../media/image214.png" Type="http://schemas.openxmlformats.org/officeDocument/2006/relationships/image"/><Relationship Id="rId31" Target="../media/image215.png" Type="http://schemas.openxmlformats.org/officeDocument/2006/relationships/image"/><Relationship Id="rId32" Target="../media/image216.png" Type="http://schemas.openxmlformats.org/officeDocument/2006/relationships/image"/><Relationship Id="rId33" Target="../media/image56.png" Type="http://schemas.openxmlformats.org/officeDocument/2006/relationships/image"/><Relationship Id="rId34" Target="../media/image217.png" Type="http://schemas.openxmlformats.org/officeDocument/2006/relationships/image"/><Relationship Id="rId35" Target="../media/image3.png" Type="http://schemas.openxmlformats.org/officeDocument/2006/relationships/image"/><Relationship Id="rId4" Target="../media/image115.png" Type="http://schemas.openxmlformats.org/officeDocument/2006/relationships/image"/><Relationship Id="rId5" Target="../media/image196.png" Type="http://schemas.openxmlformats.org/officeDocument/2006/relationships/image"/><Relationship Id="rId6" Target="../media/image34.png" Type="http://schemas.openxmlformats.org/officeDocument/2006/relationships/image"/><Relationship Id="rId7" Target="../media/image197.png" Type="http://schemas.openxmlformats.org/officeDocument/2006/relationships/image"/><Relationship Id="rId8" Target="../media/image40.png" Type="http://schemas.openxmlformats.org/officeDocument/2006/relationships/image"/><Relationship Id="rId9" Target="../media/image6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1.png" Type="http://schemas.openxmlformats.org/officeDocument/2006/relationships/image"/><Relationship Id="rId11" Target="../media/image34.png" Type="http://schemas.openxmlformats.org/officeDocument/2006/relationships/image"/><Relationship Id="rId12" Target="../media/image222.png" Type="http://schemas.openxmlformats.org/officeDocument/2006/relationships/image"/><Relationship Id="rId13" Target="../media/image201.png" Type="http://schemas.openxmlformats.org/officeDocument/2006/relationships/image"/><Relationship Id="rId14" Target="../media/image223.png" Type="http://schemas.openxmlformats.org/officeDocument/2006/relationships/image"/><Relationship Id="rId15" Target="../media/image224.png" Type="http://schemas.openxmlformats.org/officeDocument/2006/relationships/image"/><Relationship Id="rId16" Target="../media/image225.png" Type="http://schemas.openxmlformats.org/officeDocument/2006/relationships/image"/><Relationship Id="rId17" Target="../media/image226.png" Type="http://schemas.openxmlformats.org/officeDocument/2006/relationships/image"/><Relationship Id="rId18" Target="../media/image227.png" Type="http://schemas.openxmlformats.org/officeDocument/2006/relationships/image"/><Relationship Id="rId19" Target="../media/image228.png" Type="http://schemas.openxmlformats.org/officeDocument/2006/relationships/image"/><Relationship Id="rId2" Target="../media/image218.png" Type="http://schemas.openxmlformats.org/officeDocument/2006/relationships/image"/><Relationship Id="rId20" Target="../media/image229.png" Type="http://schemas.openxmlformats.org/officeDocument/2006/relationships/image"/><Relationship Id="rId21" Target="../media/image230.png" Type="http://schemas.openxmlformats.org/officeDocument/2006/relationships/image"/><Relationship Id="rId22" Target="../media/image231.png" Type="http://schemas.openxmlformats.org/officeDocument/2006/relationships/image"/><Relationship Id="rId23" Target="../media/image232.png" Type="http://schemas.openxmlformats.org/officeDocument/2006/relationships/image"/><Relationship Id="rId24" Target="../media/image233.png" Type="http://schemas.openxmlformats.org/officeDocument/2006/relationships/image"/><Relationship Id="rId25" Target="../media/image234.png" Type="http://schemas.openxmlformats.org/officeDocument/2006/relationships/image"/><Relationship Id="rId26" Target="../media/image235.png" Type="http://schemas.openxmlformats.org/officeDocument/2006/relationships/image"/><Relationship Id="rId27" Target="../media/image236.png" Type="http://schemas.openxmlformats.org/officeDocument/2006/relationships/image"/><Relationship Id="rId28" Target="../media/image237.png" Type="http://schemas.openxmlformats.org/officeDocument/2006/relationships/image"/><Relationship Id="rId29" Target="../media/image238.png" Type="http://schemas.openxmlformats.org/officeDocument/2006/relationships/image"/><Relationship Id="rId3" Target="../media/image219.png" Type="http://schemas.openxmlformats.org/officeDocument/2006/relationships/image"/><Relationship Id="rId30" Target="../media/image239.png" Type="http://schemas.openxmlformats.org/officeDocument/2006/relationships/image"/><Relationship Id="rId31" Target="../media/image240.png" Type="http://schemas.openxmlformats.org/officeDocument/2006/relationships/image"/><Relationship Id="rId32" Target="../media/image241.png" Type="http://schemas.openxmlformats.org/officeDocument/2006/relationships/image"/><Relationship Id="rId33" Target="../media/image242.png" Type="http://schemas.openxmlformats.org/officeDocument/2006/relationships/image"/><Relationship Id="rId34" Target="../media/image243.png" Type="http://schemas.openxmlformats.org/officeDocument/2006/relationships/image"/><Relationship Id="rId35" Target="../media/image244.png" Type="http://schemas.openxmlformats.org/officeDocument/2006/relationships/image"/><Relationship Id="rId36" Target="../media/image3.png" Type="http://schemas.openxmlformats.org/officeDocument/2006/relationships/image"/><Relationship Id="rId4" Target="../media/image220.png" Type="http://schemas.openxmlformats.org/officeDocument/2006/relationships/image"/><Relationship Id="rId5" Target="../media/image69.png" Type="http://schemas.openxmlformats.org/officeDocument/2006/relationships/image"/><Relationship Id="rId6" Target="../media/image40.png" Type="http://schemas.openxmlformats.org/officeDocument/2006/relationships/image"/><Relationship Id="rId7" Target="../media/image99.png" Type="http://schemas.openxmlformats.org/officeDocument/2006/relationships/image"/><Relationship Id="rId8" Target="../media/image221.png" Type="http://schemas.openxmlformats.org/officeDocument/2006/relationships/image"/><Relationship Id="rId9" Target="../media/image17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5.png" Type="http://schemas.openxmlformats.org/officeDocument/2006/relationships/image"/><Relationship Id="rId3" Target="../media/image246.png" Type="http://schemas.openxmlformats.org/officeDocument/2006/relationships/image"/><Relationship Id="rId4" Target="../media/image81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47.png" Type="http://schemas.openxmlformats.org/officeDocument/2006/relationships/image"/><Relationship Id="rId8" Target="../media/image248.png" Type="http://schemas.openxmlformats.org/officeDocument/2006/relationships/image"/><Relationship Id="rId9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645400" y="-5600700"/>
            <a:ext cx="25615900" cy="24917400"/>
          </a:xfrm>
          <a:prstGeom prst="rect">
            <a:avLst/>
          </a:prstGeom>
          <a:effectLst>
            <a:outerShdw dir="2700000" dist="0" blurRad="996452">
              <a:srgbClr val="000000">
                <a:alpha val="53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485247">
            <a:off x="15633700" y="1879600"/>
            <a:ext cx="6985000" cy="9944100"/>
          </a:xfrm>
          <a:prstGeom prst="rect">
            <a:avLst/>
          </a:prstGeom>
          <a:effectLst>
            <a:outerShdw dir="2700000" dist="215011" blurRad="279514">
              <a:srgbClr val="000000">
                <a:alpha val="50000"/>
              </a:srgbClr>
            </a:outerShdw>
          </a:effectLst>
        </p:spPr>
      </p:pic>
      <p:sp>
        <p:nvSpPr>
          <p:cNvPr name="TextBox 4" id="4"/>
          <p:cNvSpPr txBox="true"/>
          <p:nvPr/>
        </p:nvSpPr>
        <p:spPr>
          <a:xfrm rot="0">
            <a:off x="762000" y="2959100"/>
            <a:ext cx="14541500" cy="1524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8542" b="false" i="false" u="none" strike="noStrike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공모전 수상까지의 우당탕탕 과정!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2000" y="4470400"/>
            <a:ext cx="136271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true" i="tru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Rocket Pitch</a:t>
            </a:r>
            <a:r>
              <a:rPr lang="en-US" sz="707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준비 과정과 실전 전략</a:t>
            </a: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 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882100" y="-139700"/>
            <a:ext cx="3479800" cy="241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17600" y="6858000"/>
            <a:ext cx="5486400" cy="521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442200" y="6489700"/>
            <a:ext cx="54229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031632">
            <a:off x="15367000" y="939800"/>
            <a:ext cx="6146800" cy="5003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878300" y="5499100"/>
            <a:ext cx="5829300" cy="1028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08100" y="8178800"/>
            <a:ext cx="21780500" cy="3581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402800" y="12598400"/>
            <a:ext cx="2679700" cy="647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2707600" y="12573000"/>
            <a:ext cx="3937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09300" y="9004300"/>
            <a:ext cx="12750800" cy="193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607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10장의 PPT와 함께</a:t>
            </a:r>
          </a:p>
          <a:p>
            <a:pPr algn="l" lvl="0">
              <a:lnSpc>
                <a:spcPct val="116199"/>
              </a:lnSpc>
            </a:pPr>
            <a:r>
              <a:rPr lang="en-US" sz="3607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3분이라는 짧은 시간 안에 자신의 아이디어를 효과적으로 PR하고,</a:t>
            </a:r>
          </a:p>
          <a:p>
            <a:pPr algn="l" lvl="0">
              <a:lnSpc>
                <a:spcPct val="116199"/>
              </a:lnSpc>
            </a:pPr>
            <a:r>
              <a:rPr lang="en-US" sz="3607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이후 심사위원들과 질의응답을 진행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485247">
            <a:off x="2159000" y="1638300"/>
            <a:ext cx="6985000" cy="9944100"/>
          </a:xfrm>
          <a:prstGeom prst="rect">
            <a:avLst/>
          </a:prstGeom>
          <a:effectLst>
            <a:outerShdw dir="2700000" dist="215011" blurRad="279514">
              <a:srgbClr val="000000">
                <a:alpha val="50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1882100" y="-139700"/>
            <a:ext cx="3479800" cy="24130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0909300" y="4762500"/>
            <a:ext cx="12407900" cy="175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4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경영대학에서 주관하는</a:t>
            </a:r>
          </a:p>
          <a:p>
            <a:pPr algn="l" lvl="0">
              <a:lnSpc>
                <a:spcPct val="116199"/>
              </a:lnSpc>
            </a:pPr>
            <a:r>
              <a:rPr lang="en-US" sz="494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예비 창업자를 위한 교내 </a:t>
            </a:r>
            <a:r>
              <a:rPr lang="en-US" sz="494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창업 아이디어 경진대회</a:t>
            </a:r>
          </a:p>
        </p:txBody>
      </p:sp>
      <p:sp>
        <p:nvSpPr>
          <p:cNvPr name="TextBox 11" id="11"/>
          <p:cNvSpPr txBox="true"/>
          <p:nvPr/>
        </p:nvSpPr>
        <p:spPr>
          <a:xfrm rot="1087329">
            <a:off x="16510000" y="2984500"/>
            <a:ext cx="3581400" cy="1282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607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경상대 학생이라면</a:t>
            </a:r>
          </a:p>
          <a:p>
            <a:pPr algn="ctr" lvl="0">
              <a:lnSpc>
                <a:spcPct val="116199"/>
              </a:lnSpc>
            </a:pPr>
            <a:r>
              <a:rPr lang="en-US" sz="3607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누구나 신청 가능!!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08100" y="8178800"/>
            <a:ext cx="21780500" cy="3581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627782">
            <a:off x="10769600" y="292100"/>
            <a:ext cx="3022600" cy="9359900"/>
          </a:xfrm>
          <a:prstGeom prst="rect">
            <a:avLst/>
          </a:prstGeom>
          <a:effectLst>
            <a:outerShdw dir="2700000" dist="139587" blurRad="120976">
              <a:srgbClr val="000000">
                <a:alpha val="5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639887">
            <a:off x="11163300" y="660400"/>
            <a:ext cx="2489200" cy="7429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21204206">
            <a:off x="762000" y="1219200"/>
            <a:ext cx="7531100" cy="7531100"/>
          </a:xfrm>
          <a:prstGeom prst="rect">
            <a:avLst/>
          </a:prstGeom>
          <a:effectLst>
            <a:outerShdw dir="2700000" dist="347865" blurRad="301483">
              <a:srgbClr val="000000">
                <a:alpha val="50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21204206">
            <a:off x="952500" y="1676400"/>
            <a:ext cx="7023100" cy="5257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355256">
            <a:off x="5499100" y="4533900"/>
            <a:ext cx="5156200" cy="8293100"/>
          </a:xfrm>
          <a:prstGeom prst="rect">
            <a:avLst/>
          </a:prstGeom>
          <a:effectLst>
            <a:outerShdw dir="2700000" dist="238028" blurRad="206291">
              <a:srgbClr val="000000">
                <a:alpha val="50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355256">
            <a:off x="5829300" y="5207000"/>
            <a:ext cx="4546600" cy="6299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2402800" y="12598400"/>
            <a:ext cx="2679700" cy="6477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2707600" y="12573000"/>
            <a:ext cx="4699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995900" y="6273800"/>
            <a:ext cx="2413000" cy="8382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3944600" y="6184900"/>
            <a:ext cx="88011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474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Ro</a:t>
            </a:r>
            <a:r>
              <a:rPr lang="en-US" sz="5207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cket Pitch </a:t>
            </a:r>
            <a:r>
              <a:rPr lang="en-US" sz="5207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최우수상</a:t>
            </a:r>
            <a:r>
              <a:rPr lang="en-US" sz="5207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수상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944600" y="7162800"/>
            <a:ext cx="87503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14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공모전을 계기로 지금도 이어지는 인연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977320">
            <a:off x="21729700" y="6184900"/>
            <a:ext cx="812800" cy="10287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3944600" y="8877300"/>
            <a:ext cx="11772900" cy="1917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607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그 외</a:t>
            </a:r>
          </a:p>
          <a:p>
            <a:pPr algn="l" lvl="0">
              <a:lnSpc>
                <a:spcPct val="116199"/>
              </a:lnSpc>
            </a:pPr>
            <a:r>
              <a:rPr lang="en-US" sz="3607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2025 동남권 대학생 창업 &amp; 아이디어톤 경진대회</a:t>
            </a:r>
          </a:p>
          <a:p>
            <a:pPr algn="l" lvl="0">
              <a:lnSpc>
                <a:spcPct val="116199"/>
              </a:lnSpc>
            </a:pPr>
            <a:r>
              <a:rPr lang="en-US" sz="3607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 SCOUT 프렌즈데이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1882100" y="-139700"/>
            <a:ext cx="3479800" cy="2413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8821400" y="8623300"/>
            <a:ext cx="2806700" cy="736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042900" y="8623300"/>
            <a:ext cx="2425700" cy="736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88100" y="8623300"/>
            <a:ext cx="3733800" cy="736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402800" y="12598400"/>
            <a:ext cx="2679700" cy="647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2707600" y="12573000"/>
            <a:ext cx="4826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3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28700" y="2070100"/>
            <a:ext cx="3530600" cy="116459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16200000">
            <a:off x="-3530600" y="7073900"/>
            <a:ext cx="12141200" cy="2374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334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OUR TEAM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994400" y="1143000"/>
            <a:ext cx="4394200" cy="9512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252200" y="2921000"/>
            <a:ext cx="5969000" cy="5969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183100" y="2730500"/>
            <a:ext cx="6337300" cy="6337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207500" y="2222500"/>
            <a:ext cx="304800" cy="11811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7137400" y="2451100"/>
            <a:ext cx="20955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황영빈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430500" y="2222500"/>
            <a:ext cx="304800" cy="11811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3360400" y="2451100"/>
            <a:ext cx="20955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성소현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1145500" y="2222500"/>
            <a:ext cx="304800" cy="11811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9062700" y="2451100"/>
            <a:ext cx="20955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김수호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422900" y="8623300"/>
            <a:ext cx="5651500" cy="321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607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PM / 아이디어 발굴</a:t>
            </a:r>
          </a:p>
          <a:p>
            <a:pPr algn="ctr" lvl="0">
              <a:lnSpc>
                <a:spcPct val="116199"/>
              </a:lnSpc>
            </a:pPr>
            <a:r>
              <a:rPr lang="en-US" sz="3607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공모전 아이디어 발굴</a:t>
            </a:r>
          </a:p>
          <a:p>
            <a:pPr algn="ctr" lvl="0">
              <a:lnSpc>
                <a:spcPct val="116199"/>
              </a:lnSpc>
            </a:pPr>
            <a:r>
              <a:rPr lang="en-US" sz="3607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PPT 전체 흐름 및 목차 구성</a:t>
            </a:r>
          </a:p>
          <a:p>
            <a:pPr algn="ctr" lvl="0">
              <a:lnSpc>
                <a:spcPct val="116199"/>
              </a:lnSpc>
            </a:pPr>
            <a:r>
              <a:rPr lang="en-US" sz="3607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프로젝트 일정 관리 및 운영</a:t>
            </a:r>
          </a:p>
          <a:p>
            <a:pPr algn="ctr" lvl="0">
              <a:lnSpc>
                <a:spcPct val="116199"/>
              </a:lnSpc>
            </a:pPr>
            <a:r>
              <a:rPr lang="en-US" sz="3607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/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0" y="8623300"/>
            <a:ext cx="5651500" cy="1917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607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PPT 디자인</a:t>
            </a:r>
          </a:p>
          <a:p>
            <a:pPr algn="ctr" lvl="0">
              <a:lnSpc>
                <a:spcPct val="116199"/>
              </a:lnSpc>
            </a:pPr>
            <a:r>
              <a:rPr lang="en-US" sz="3607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UI/UX 전체 디자인 제작</a:t>
            </a:r>
          </a:p>
          <a:p>
            <a:pPr algn="ctr" lvl="0">
              <a:lnSpc>
                <a:spcPct val="116199"/>
              </a:lnSpc>
            </a:pPr>
            <a:r>
              <a:rPr lang="en-US" sz="3607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레이아웃 및 시각적 구성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437100" y="8623300"/>
            <a:ext cx="5651500" cy="2565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607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발표 / 서포트</a:t>
            </a:r>
          </a:p>
          <a:p>
            <a:pPr algn="ctr" lvl="0">
              <a:lnSpc>
                <a:spcPct val="116199"/>
              </a:lnSpc>
            </a:pPr>
            <a:r>
              <a:rPr lang="en-US" sz="3607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발표 담당</a:t>
            </a:r>
          </a:p>
          <a:p>
            <a:pPr algn="ctr" lvl="0">
              <a:lnSpc>
                <a:spcPct val="116199"/>
              </a:lnSpc>
            </a:pPr>
            <a:r>
              <a:rPr lang="en-US" sz="3607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자료 조사 및 팀원 업무 지원</a:t>
            </a:r>
          </a:p>
          <a:p>
            <a:pPr algn="ctr" lvl="0">
              <a:lnSpc>
                <a:spcPct val="116199"/>
              </a:lnSpc>
            </a:pPr>
            <a:r>
              <a:rPr lang="en-US" sz="3607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백지 PPT 제작 및 발표 준비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1882100" y="-139700"/>
            <a:ext cx="3479800" cy="2413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402800" y="12598400"/>
            <a:ext cx="2679700" cy="647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2707600" y="12573000"/>
            <a:ext cx="4826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4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393700"/>
            <a:ext cx="304800" cy="1524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44600" y="965200"/>
            <a:ext cx="71628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아이디어 발굴 &amp; PM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4600" y="419100"/>
            <a:ext cx="2933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Our insights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44600" y="2552700"/>
            <a:ext cx="4394200" cy="9512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525000" y="2794000"/>
            <a:ext cx="12179300" cy="2628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525000" y="5765800"/>
            <a:ext cx="12179300" cy="2628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525000" y="8737600"/>
            <a:ext cx="12179300" cy="2628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629400" y="3022600"/>
            <a:ext cx="2171700" cy="2171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629400" y="5994400"/>
            <a:ext cx="2171700" cy="2171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629400" y="8966200"/>
            <a:ext cx="2171700" cy="2171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112000" y="3479800"/>
            <a:ext cx="1231900" cy="12319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9906000" y="3479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교과서에서 배우는 방식과 반대로 접근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아이디어를 먼저 떠올린 뒤 그에 맞는 제안배경을 찾는 방식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525000" y="5765800"/>
            <a:ext cx="12179300" cy="26289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9906000" y="64516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기존 인프라를 활용할 수 있는 아이디어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이미 존재하는 시스템을 활용하면 실행 가능성이 높아짐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525000" y="8737600"/>
            <a:ext cx="12179300" cy="26289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9906000" y="94361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한 문장을 작성하더라도 반드시 그에 대한 근거를 제시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각 내용이 유기적으로 연결되도록 구성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908800" y="6210300"/>
            <a:ext cx="1638300" cy="16383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7010400" y="9334500"/>
            <a:ext cx="1371600" cy="13716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1882100" y="-139700"/>
            <a:ext cx="3479800" cy="2413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402800" y="12598400"/>
            <a:ext cx="2679700" cy="647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2682200" y="12573000"/>
            <a:ext cx="4699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5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393700"/>
            <a:ext cx="304800" cy="1524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44600" y="965200"/>
            <a:ext cx="71628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아이디어 발굴 &amp; PM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4600" y="419100"/>
            <a:ext cx="2933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Our insights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기존 인프라를 활용할 수 있는 아이디어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이미 존재하는 시스템을 활용하면 실행 가능성이 높아짐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41400" y="11099800"/>
            <a:ext cx="1638300" cy="1638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44600" y="11353800"/>
            <a:ext cx="1231900" cy="12319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교과서에서 배우는 방식과 반대로 접근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아이디어를 먼저 떠올린 뒤 그에 맞는 제안배경을 찾는 방식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721100" y="4991100"/>
            <a:ext cx="7620000" cy="4445000"/>
          </a:xfrm>
          <a:prstGeom prst="rect">
            <a:avLst/>
          </a:prstGeom>
          <a:effectLst>
            <a:outerShdw dir="2700000" dist="170962" blurRad="177800">
              <a:srgbClr val="000000">
                <a:alpha val="50000"/>
              </a:srgbClr>
            </a:outerShdw>
          </a:effectLst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57300" y="2768600"/>
            <a:ext cx="7620000" cy="4445000"/>
          </a:xfrm>
          <a:prstGeom prst="rect">
            <a:avLst/>
          </a:prstGeom>
          <a:effectLst>
            <a:outerShdw dir="2700000" dist="170962" blurRad="177800">
              <a:srgbClr val="000000">
                <a:alpha val="50000"/>
              </a:srgbClr>
            </a:outerShdw>
          </a:effectLst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735300" y="4991100"/>
            <a:ext cx="7620000" cy="4445000"/>
          </a:xfrm>
          <a:prstGeom prst="rect">
            <a:avLst/>
          </a:prstGeom>
          <a:effectLst>
            <a:outerShdw dir="2700000" dist="170962" blurRad="177800">
              <a:srgbClr val="000000">
                <a:alpha val="50000"/>
              </a:srgbClr>
            </a:outerShdw>
          </a:effectLst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3258800" y="2768600"/>
            <a:ext cx="7620000" cy="4445000"/>
          </a:xfrm>
          <a:prstGeom prst="rect">
            <a:avLst/>
          </a:prstGeom>
          <a:effectLst>
            <a:outerShdw dir="2700000" dist="170962" blurRad="177800">
              <a:srgbClr val="000000">
                <a:alpha val="50000"/>
              </a:srgbClr>
            </a:outerShdw>
          </a:effectLst>
        </p:spPr>
      </p:pic>
      <p:sp>
        <p:nvSpPr>
          <p:cNvPr name="TextBox 20" id="20"/>
          <p:cNvSpPr txBox="true"/>
          <p:nvPr/>
        </p:nvSpPr>
        <p:spPr>
          <a:xfrm rot="0">
            <a:off x="5003800" y="9791700"/>
            <a:ext cx="3416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아이디어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005300" y="9791700"/>
            <a:ext cx="3416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제안배경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685800" y="2197100"/>
            <a:ext cx="1155700" cy="11557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-482600" y="2298700"/>
            <a:ext cx="34925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5385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1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687300" y="2298700"/>
            <a:ext cx="1155700" cy="11557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1518900" y="2387600"/>
            <a:ext cx="34925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5385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3069650">
            <a:off x="10896600" y="4813300"/>
            <a:ext cx="2400300" cy="28448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1882100" y="-139700"/>
            <a:ext cx="3479800" cy="2413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402800" y="12598400"/>
            <a:ext cx="2679700" cy="647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2682200" y="12573000"/>
            <a:ext cx="4826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6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393700"/>
            <a:ext cx="304800" cy="1524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44600" y="965200"/>
            <a:ext cx="71628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아이디어 발굴 &amp; PM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4600" y="419100"/>
            <a:ext cx="2933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Our insights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36700" y="2679700"/>
            <a:ext cx="10160000" cy="5715000"/>
          </a:xfrm>
          <a:prstGeom prst="rect">
            <a:avLst/>
          </a:prstGeom>
          <a:effectLst>
            <a:outerShdw dir="2700000" dist="219808" blurRad="228600">
              <a:srgbClr val="000000">
                <a:alpha val="50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966700" y="2679700"/>
            <a:ext cx="10160000" cy="5715000"/>
          </a:xfrm>
          <a:prstGeom prst="rect">
            <a:avLst/>
          </a:prstGeom>
          <a:effectLst>
            <a:outerShdw dir="2700000" dist="219808" blurRad="228600">
              <a:srgbClr val="000000">
                <a:alpha val="50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810000" y="10515600"/>
            <a:ext cx="12179300" cy="2628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01700" y="10744200"/>
            <a:ext cx="2171700" cy="2171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810000" y="10515600"/>
            <a:ext cx="12179300" cy="26289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4191000" y="112014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기존 인프라를 활용할 수 있는 아이디어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이미 존재하는 시스템을 활용하면 실행 가능성이 높아짐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81100" y="10960100"/>
            <a:ext cx="1638300" cy="1638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3069650">
            <a:off x="10985500" y="2197100"/>
            <a:ext cx="2400300" cy="2844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965700" y="2984500"/>
            <a:ext cx="6045200" cy="1892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1882100" y="-139700"/>
            <a:ext cx="3479800" cy="2413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7538700" y="2311400"/>
            <a:ext cx="5715000" cy="3556000"/>
          </a:xfrm>
          <a:prstGeom prst="rect">
            <a:avLst/>
          </a:prstGeom>
          <a:effectLst>
            <a:outerShdw dir="2700000" dist="136769" blurRad="142240">
              <a:srgbClr val="000000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112500" y="3962400"/>
            <a:ext cx="5715000" cy="3556000"/>
          </a:xfrm>
          <a:prstGeom prst="rect">
            <a:avLst/>
          </a:prstGeom>
          <a:effectLst>
            <a:outerShdw dir="2700000" dist="136769" blurRad="142240">
              <a:srgbClr val="000000">
                <a:alpha val="5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45400" y="4864100"/>
            <a:ext cx="5715000" cy="3556000"/>
          </a:xfrm>
          <a:prstGeom prst="rect">
            <a:avLst/>
          </a:prstGeom>
          <a:effectLst>
            <a:outerShdw dir="2700000" dist="136769" blurRad="142240">
              <a:srgbClr val="000000">
                <a:alpha val="50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402800" y="12598400"/>
            <a:ext cx="2679700" cy="647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2682200" y="12573000"/>
            <a:ext cx="4445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7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62000" y="393700"/>
            <a:ext cx="304800" cy="15240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244600" y="965200"/>
            <a:ext cx="71628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아이디어 발굴 &amp; PM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4600" y="419100"/>
            <a:ext cx="2933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Our insights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기존 인프라를 활용할 수 있는 아이디어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이미 존재하는 시스템을 활용하면 실행 가능성이 높아짐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41400" y="11099800"/>
            <a:ext cx="1638300" cy="1638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44600" y="11353800"/>
            <a:ext cx="1231900" cy="12319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교과서에서 배우는 방식과 반대로 접근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아이디어를 먼저 떠올린 뒤 그에 맞는 제안배경을 찾는 방식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한 문장을 작성하더라도 반드시 그에 대한 근거를 제시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각 내용이 유기적으로 연결되도록 구성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143000" y="11252200"/>
            <a:ext cx="1371600" cy="13716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730500" y="6146800"/>
            <a:ext cx="18923000" cy="40640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4457700" y="5588000"/>
            <a:ext cx="5715000" cy="3556000"/>
          </a:xfrm>
          <a:prstGeom prst="rect">
            <a:avLst/>
          </a:prstGeom>
          <a:effectLst>
            <a:outerShdw dir="2700000" dist="136769" blurRad="142240">
              <a:srgbClr val="000000">
                <a:alpha val="50000"/>
              </a:srgbClr>
            </a:outerShdw>
          </a:effectLst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584200" y="6540500"/>
            <a:ext cx="5715000" cy="3556000"/>
          </a:xfrm>
          <a:prstGeom prst="rect">
            <a:avLst/>
          </a:prstGeom>
          <a:effectLst>
            <a:outerShdw dir="2700000" dist="136769" blurRad="142240">
              <a:srgbClr val="000000">
                <a:alpha val="50000"/>
              </a:srgbClr>
            </a:outerShdw>
          </a:effectLst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016000" y="7175500"/>
            <a:ext cx="3035300" cy="24892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21882100" y="-139700"/>
            <a:ext cx="3479800" cy="2413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402800" y="12598400"/>
            <a:ext cx="2679700" cy="647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2707600" y="12573000"/>
            <a:ext cx="4826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8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393700"/>
            <a:ext cx="304800" cy="1524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44600" y="965200"/>
            <a:ext cx="71628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PPT 디자인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4600" y="419100"/>
            <a:ext cx="2933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Our insights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525000" y="2794000"/>
            <a:ext cx="12179300" cy="2628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525000" y="5765800"/>
            <a:ext cx="12179300" cy="2628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525000" y="8737600"/>
            <a:ext cx="12179300" cy="2628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629400" y="3022600"/>
            <a:ext cx="2171700" cy="2171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629400" y="5994400"/>
            <a:ext cx="2171700" cy="2171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629400" y="8966200"/>
            <a:ext cx="2171700" cy="21717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9906000" y="3479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작업을 다시 해야 하는 상황을 없애기 위해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팀원과의 잦은 소통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525000" y="5765800"/>
            <a:ext cx="12179300" cy="26289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9906000" y="64516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전체 흐름을 이해한 상태에서 디자인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팀원에게 목차와 백지 PPT 요청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525000" y="8737600"/>
            <a:ext cx="12179300" cy="26289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9906000" y="94361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핀터레스트를 활용해 PPT 레이아웃 참고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AI에게 내가 찾는 검색 키워드 추천받기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66700" y="4191000"/>
            <a:ext cx="5969000" cy="5969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972300" y="3175000"/>
            <a:ext cx="1473200" cy="1638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997700" y="6273800"/>
            <a:ext cx="1460500" cy="1574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6896100" y="9334500"/>
            <a:ext cx="1651000" cy="1549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6713200" y="8636000"/>
            <a:ext cx="1092200" cy="10922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7932400" y="8877300"/>
            <a:ext cx="2933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Pinterest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1882100" y="-139700"/>
            <a:ext cx="3479800" cy="2413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0" y="2463800"/>
            <a:ext cx="7531100" cy="6629400"/>
          </a:xfrm>
          <a:prstGeom prst="rect">
            <a:avLst/>
          </a:prstGeom>
          <a:effectLst>
            <a:outerShdw dir="2700000" dist="306159" blurRad="265338">
              <a:srgbClr val="000000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2402800" y="12598400"/>
            <a:ext cx="2679700" cy="647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2682200" y="12573000"/>
            <a:ext cx="4826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9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기존 인프라를 활용할 수 있는 아이디어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이미 존재하는 시스템을 활용하면 실행 가능성이 높아짐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41400" y="11099800"/>
            <a:ext cx="1638300" cy="1638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44600" y="11353800"/>
            <a:ext cx="1231900" cy="12319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교과서에서 배우는 방식과 반대로 접근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아이디어를 먼저 떠올린 뒤 그에 맞는 제안배경을 찾는 방식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한 문장을 작성하더라도 반드시 그에 대한 근거를 제시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각 내용이 유기적으로 연결되도록 구성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43000" y="11252200"/>
            <a:ext cx="1371600" cy="1371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작업을 다시 해야 하는 상황을 없애기 위해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팀원과의 잦은 소통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04900" y="11049000"/>
            <a:ext cx="1473200" cy="16383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762000" y="393700"/>
            <a:ext cx="304800" cy="15240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244600" y="965200"/>
            <a:ext cx="71628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PPT 디자인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4600" y="419100"/>
            <a:ext cx="2933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Our insights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4267200" y="2882900"/>
            <a:ext cx="6616700" cy="4965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9613900" y="3848100"/>
            <a:ext cx="1727200" cy="17272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9156700" y="5791200"/>
            <a:ext cx="914400" cy="9144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8572500" y="5270500"/>
            <a:ext cx="850900" cy="8509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5892800" y="5270500"/>
            <a:ext cx="850900" cy="8509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4178300" y="6337300"/>
            <a:ext cx="977900" cy="977900"/>
          </a:xfrm>
          <a:prstGeom prst="rect">
            <a:avLst/>
          </a:prstGeom>
        </p:spPr>
      </p:pic>
      <p:sp>
        <p:nvSpPr>
          <p:cNvPr name="TextBox 32" id="32"/>
          <p:cNvSpPr txBox="true"/>
          <p:nvPr/>
        </p:nvSpPr>
        <p:spPr>
          <a:xfrm rot="0">
            <a:off x="8470900" y="7962900"/>
            <a:ext cx="4064000" cy="1016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715" b="false" i="false" u="none" strike="noStrike">
                <a:solidFill>
                  <a:srgbClr val="000000"/>
                </a:solidFill>
                <a:latin typeface="Nanum GarMaesGeur"/>
                <a:ea typeface="Nanum GarMaesGeur"/>
                <a:cs typeface="Nanum GarMaesGeur"/>
              </a:rPr>
              <a:t>25.09.20 회의</a:t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6192500" y="1955800"/>
            <a:ext cx="3810000" cy="7620000"/>
          </a:xfrm>
          <a:prstGeom prst="rect">
            <a:avLst/>
          </a:prstGeom>
          <a:effectLst>
            <a:outerShdw dir="2700000" dist="146538" blurRad="152400">
              <a:srgbClr val="000000">
                <a:alpha val="50000"/>
              </a:srgbClr>
            </a:outerShdw>
          </a:effectLst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4071600" y="1308100"/>
            <a:ext cx="3810000" cy="7620000"/>
          </a:xfrm>
          <a:prstGeom prst="rect">
            <a:avLst/>
          </a:prstGeom>
          <a:effectLst>
            <a:outerShdw dir="2700000" dist="146538" blurRad="152400">
              <a:srgbClr val="000000">
                <a:alpha val="50000"/>
              </a:srgbClr>
            </a:outerShdw>
          </a:effectLst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4630400" y="5486400"/>
            <a:ext cx="2705100" cy="10160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4630400" y="6705600"/>
            <a:ext cx="1981200" cy="4064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5176500" y="7112000"/>
            <a:ext cx="2705100" cy="10160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3004800" y="7632700"/>
            <a:ext cx="2133600" cy="21717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21882100" y="-139700"/>
            <a:ext cx="3479800" cy="2413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402800" y="12598400"/>
            <a:ext cx="2679700" cy="647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2682200" y="12573000"/>
            <a:ext cx="7239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10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기존 인프라를 활용할 수 있는 아이디어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이미 존재하는 시스템을 활용하면 실행 가능성이 높아짐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41400" y="11099800"/>
            <a:ext cx="1638300" cy="1638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44600" y="11353800"/>
            <a:ext cx="1231900" cy="12319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교과서에서 배우는 방식과 반대로 접근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아이디어를 먼저 떠올린 뒤 그에 맞는 제안배경을 찾는 방식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한 문장을 작성하더라도 반드시 그에 대한 근거를 제시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각 내용이 유기적으로 연결되도록 구성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43000" y="11252200"/>
            <a:ext cx="1371600" cy="13716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작업을 다시 해야 하는 상황을 없애기 위해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팀원과의 잦은 소통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104900" y="11049000"/>
            <a:ext cx="1473200" cy="16383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762000" y="393700"/>
            <a:ext cx="304800" cy="15240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244600" y="965200"/>
            <a:ext cx="71628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PPT 디자인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4600" y="419100"/>
            <a:ext cx="2933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Our insights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전체 흐름을 이해한 상태에서 디자인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팀원에게 목차와 백지 PPT 요청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117600" y="11163300"/>
            <a:ext cx="1460500" cy="15748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9164300" y="3543300"/>
            <a:ext cx="4229100" cy="42037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3695700" y="3086100"/>
            <a:ext cx="3810000" cy="5715000"/>
          </a:xfrm>
          <a:prstGeom prst="rect">
            <a:avLst/>
          </a:prstGeom>
          <a:effectLst>
            <a:outerShdw dir="2700000" dist="293077" blurRad="152400">
              <a:srgbClr val="000000">
                <a:alpha val="50000"/>
              </a:srgbClr>
            </a:outerShdw>
          </a:effectLst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2336800" y="2819400"/>
            <a:ext cx="3810000" cy="5715000"/>
          </a:xfrm>
          <a:prstGeom prst="rect">
            <a:avLst/>
          </a:prstGeom>
          <a:effectLst>
            <a:outerShdw dir="2700000" dist="293077" blurRad="152400">
              <a:srgbClr val="000000">
                <a:alpha val="50000"/>
              </a:srgbClr>
            </a:outerShdw>
          </a:effectLst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901700" y="2476500"/>
            <a:ext cx="3810000" cy="5715000"/>
          </a:xfrm>
          <a:prstGeom prst="rect">
            <a:avLst/>
          </a:prstGeom>
          <a:effectLst>
            <a:outerShdw dir="2700000" dist="293077" blurRad="152400">
              <a:srgbClr val="000000">
                <a:alpha val="50000"/>
              </a:srgbClr>
            </a:outerShdw>
          </a:effectLst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7874000" y="4737100"/>
            <a:ext cx="1574800" cy="1549400"/>
          </a:xfrm>
          <a:prstGeom prst="rect">
            <a:avLst/>
          </a:prstGeom>
        </p:spPr>
      </p:pic>
      <p:sp>
        <p:nvSpPr>
          <p:cNvPr name="TextBox 35" id="35"/>
          <p:cNvSpPr txBox="true"/>
          <p:nvPr/>
        </p:nvSpPr>
        <p:spPr>
          <a:xfrm rot="0">
            <a:off x="2057400" y="9131300"/>
            <a:ext cx="42926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전체 흐름</a:t>
            </a:r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1125200" y="5130800"/>
            <a:ext cx="5588000" cy="2921000"/>
          </a:xfrm>
          <a:prstGeom prst="rect">
            <a:avLst/>
          </a:prstGeom>
          <a:effectLst>
            <a:outerShdw dir="2700000" dist="224692" blurRad="116840">
              <a:srgbClr val="000000">
                <a:alpha val="50000"/>
              </a:srgbClr>
            </a:outerShdw>
          </a:effectLst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9817100" y="3352800"/>
            <a:ext cx="5588000" cy="2921000"/>
          </a:xfrm>
          <a:prstGeom prst="rect">
            <a:avLst/>
          </a:prstGeom>
          <a:effectLst>
            <a:outerShdw dir="2700000" dist="224692" blurRad="116840">
              <a:srgbClr val="000000">
                <a:alpha val="50000"/>
              </a:srgbClr>
            </a:outerShdw>
          </a:effectLst>
        </p:spPr>
      </p:pic>
      <p:sp>
        <p:nvSpPr>
          <p:cNvPr name="TextBox 38" id="38"/>
          <p:cNvSpPr txBox="true"/>
          <p:nvPr/>
        </p:nvSpPr>
        <p:spPr>
          <a:xfrm rot="0">
            <a:off x="11315700" y="9055100"/>
            <a:ext cx="42926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백지 PPT</a:t>
            </a:r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6903700" y="4330700"/>
            <a:ext cx="2235200" cy="26162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21882100" y="-139700"/>
            <a:ext cx="3479800" cy="2413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402800" y="12598400"/>
            <a:ext cx="2679700" cy="647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2682200" y="12573000"/>
            <a:ext cx="6350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11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기존 인프라를 활용할 수 있는 아이디어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이미 존재하는 시스템을 활용하면 실행 가능성이 높아짐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41400" y="11099800"/>
            <a:ext cx="1638300" cy="1638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44600" y="11353800"/>
            <a:ext cx="1231900" cy="12319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교과서에서 배우는 방식과 반대로 접근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아이디어를 먼저 떠올린 뒤 그에 맞는 제안배경을 찾는 방식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한 문장을 작성하더라도 반드시 그에 대한 근거를 제시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각 내용이 유기적으로 연결되도록 구성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143000" y="11252200"/>
            <a:ext cx="1371600" cy="13716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작업을 다시 해야 하는 상황을 없애기 위해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팀원과의 잦은 소통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04900" y="11049000"/>
            <a:ext cx="1473200" cy="16383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762000" y="393700"/>
            <a:ext cx="304800" cy="15240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244600" y="965200"/>
            <a:ext cx="71628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PPT 디자인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4600" y="419100"/>
            <a:ext cx="2933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Our insights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전체 흐름을 이해한 상태에서 디자인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팀원에게 목차와 백지 PPT 요청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117600" y="11163300"/>
            <a:ext cx="1460500" cy="15748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핀터레스트를 활용해 PPT 레이아웃 참고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AI에게 내가 찾는 검색 키워드 추천받기</a:t>
            </a:r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028700" y="11252200"/>
            <a:ext cx="1651000" cy="15494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0845800" y="10553700"/>
            <a:ext cx="1092200" cy="10922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12065000" y="10795000"/>
            <a:ext cx="2933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Pinterest</a:t>
            </a:r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0680700" y="2717800"/>
            <a:ext cx="12839700" cy="6921500"/>
          </a:xfrm>
          <a:prstGeom prst="rect">
            <a:avLst/>
          </a:prstGeom>
          <a:effectLst>
            <a:outerShdw dir="2700000" dist="426100" blurRad="276965">
              <a:srgbClr val="000000">
                <a:alpha val="50000"/>
              </a:srgbClr>
            </a:outerShdw>
          </a:effectLst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11300" y="2235200"/>
            <a:ext cx="7454900" cy="7886700"/>
          </a:xfrm>
          <a:prstGeom prst="rect">
            <a:avLst/>
          </a:prstGeom>
          <a:effectLst>
            <a:outerShdw dir="2700000" dist="458489" blurRad="298018">
              <a:srgbClr val="000000">
                <a:alpha val="50000"/>
              </a:srgbClr>
            </a:outerShdw>
          </a:effectLst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9">
            <a:alphaModFix amt="55000"/>
          </a:blip>
          <a:stretch>
            <a:fillRect/>
          </a:stretch>
        </p:blipFill>
        <p:spPr>
          <a:xfrm rot="0">
            <a:off x="1714500" y="5397500"/>
            <a:ext cx="2171700" cy="3810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9">
            <a:alphaModFix amt="55000"/>
          </a:blip>
          <a:stretch>
            <a:fillRect/>
          </a:stretch>
        </p:blipFill>
        <p:spPr>
          <a:xfrm rot="0">
            <a:off x="11290300" y="2857500"/>
            <a:ext cx="2171700" cy="3810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5688104">
            <a:off x="5765800" y="774700"/>
            <a:ext cx="3695700" cy="54864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21882100" y="-139700"/>
            <a:ext cx="3479800" cy="2413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402800" y="12598400"/>
            <a:ext cx="2679700" cy="647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2707600" y="12573000"/>
            <a:ext cx="6985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12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393700"/>
            <a:ext cx="304800" cy="1524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44600" y="965200"/>
            <a:ext cx="71628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발표 &amp; 서포트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4600" y="419100"/>
            <a:ext cx="2933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Our insights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525000" y="2794000"/>
            <a:ext cx="12179300" cy="2628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525000" y="5765800"/>
            <a:ext cx="12179300" cy="2628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525000" y="8737600"/>
            <a:ext cx="12179300" cy="2628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629400" y="3022600"/>
            <a:ext cx="2171700" cy="2171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629400" y="5994400"/>
            <a:ext cx="2171700" cy="2171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629400" y="8966200"/>
            <a:ext cx="2171700" cy="21717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9906000" y="3479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발표는 다른 역할에 비해 업무량이 적음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아이디어 자료조사 &amp; 백지 PPT 제작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525000" y="5765800"/>
            <a:ext cx="12179300" cy="26289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9906000" y="64516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디자이너가 편하게 작업할 수 있도록 준비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타 공모전 수상작, 핀터레스트 참고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525000" y="8737600"/>
            <a:ext cx="12179300" cy="26289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9906000" y="94361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팀원과 함께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예상 질문을 만들고 실제 상황처럼 연습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06400" y="4229100"/>
            <a:ext cx="6337300" cy="6337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832600" y="3327400"/>
            <a:ext cx="1765300" cy="1511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086600" y="6413500"/>
            <a:ext cx="1257300" cy="1270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7086600" y="9271000"/>
            <a:ext cx="1435100" cy="14351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1882100" y="-139700"/>
            <a:ext cx="3479800" cy="2413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402800" y="12598400"/>
            <a:ext cx="2679700" cy="647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2682200" y="12573000"/>
            <a:ext cx="7112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13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기존 인프라를 활용할 수 있는 아이디어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이미 존재하는 시스템을 활용하면 실행 가능성이 높아짐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41400" y="11099800"/>
            <a:ext cx="1638300" cy="1638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44600" y="11353800"/>
            <a:ext cx="1231900" cy="12319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교과서에서 배우는 방식과 반대로 접근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아이디어를 먼저 떠올린 뒤 그에 맞는 제안배경을 찾는 방식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한 문장을 작성하더라도 반드시 그에 대한 근거를 제시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각 내용이 유기적으로 연결되도록 구성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143000" y="11252200"/>
            <a:ext cx="1371600" cy="13716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작업을 다시 해야 하는 상황을 없애기 위해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팀원과의 잦은 소통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04900" y="11049000"/>
            <a:ext cx="1473200" cy="16383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762000" y="393700"/>
            <a:ext cx="304800" cy="15240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244600" y="419100"/>
            <a:ext cx="2933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Our insights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3657600" y="10629900"/>
            <a:ext cx="12179300" cy="26289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762000" y="10858500"/>
            <a:ext cx="2171700" cy="21717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4038600" y="113157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발표는 다른 역할에 비해 업무량이 적음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아이디어 자료조사 &amp; 백지 PPT 제작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952500" y="11163300"/>
            <a:ext cx="1765300" cy="15113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244600" y="965200"/>
            <a:ext cx="71628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발표 &amp; 서포트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444500" y="2997200"/>
            <a:ext cx="11277600" cy="63119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-12700" y="8318500"/>
            <a:ext cx="8128000" cy="20955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9601200" y="6172200"/>
            <a:ext cx="4597400" cy="27051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9601200" y="1866900"/>
            <a:ext cx="4597400" cy="27051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0782300" y="1193800"/>
            <a:ext cx="1117600" cy="11176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0782300" y="8458200"/>
            <a:ext cx="1168400" cy="11684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5163800" y="6654800"/>
            <a:ext cx="6375400" cy="3327400"/>
          </a:xfrm>
          <a:prstGeom prst="rect">
            <a:avLst/>
          </a:prstGeom>
          <a:effectLst>
            <a:outerShdw dir="2700000" dist="256347" blurRad="133300">
              <a:srgbClr val="000000">
                <a:alpha val="50000"/>
              </a:srgbClr>
            </a:outerShdw>
          </a:effectLst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6306800" y="8013700"/>
            <a:ext cx="6375400" cy="3327400"/>
          </a:xfrm>
          <a:prstGeom prst="rect">
            <a:avLst/>
          </a:prstGeom>
          <a:effectLst>
            <a:outerShdw dir="2700000" dist="256347" blurRad="133300">
              <a:srgbClr val="000000">
                <a:alpha val="50000"/>
              </a:srgbClr>
            </a:outerShdw>
          </a:effectLst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8440400" y="711200"/>
            <a:ext cx="3810000" cy="5461000"/>
          </a:xfrm>
          <a:prstGeom prst="rect">
            <a:avLst/>
          </a:prstGeom>
          <a:effectLst>
            <a:outerShdw dir="2700000" dist="293077" blurRad="152400">
              <a:srgbClr val="000000">
                <a:alpha val="50000"/>
              </a:srgbClr>
            </a:outerShdw>
          </a:effectLst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6649700" y="393700"/>
            <a:ext cx="3810000" cy="5461000"/>
          </a:xfrm>
          <a:prstGeom prst="rect">
            <a:avLst/>
          </a:prstGeom>
          <a:effectLst>
            <a:outerShdw dir="2700000" dist="293077" blurRad="152400">
              <a:srgbClr val="000000">
                <a:alpha val="50000"/>
              </a:srgbClr>
            </a:outerShdw>
          </a:effectLst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4833600" y="127000"/>
            <a:ext cx="3810000" cy="5461000"/>
          </a:xfrm>
          <a:prstGeom prst="rect">
            <a:avLst/>
          </a:prstGeom>
          <a:effectLst>
            <a:outerShdw dir="2700000" dist="293077" blurRad="152400">
              <a:srgbClr val="000000">
                <a:alpha val="50000"/>
              </a:srgbClr>
            </a:outerShdw>
          </a:effectLst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21882100" y="-139700"/>
            <a:ext cx="3479800" cy="2413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053300" y="9652000"/>
            <a:ext cx="1765300" cy="596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827000" y="9652000"/>
            <a:ext cx="1473200" cy="596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402800" y="12598400"/>
            <a:ext cx="2679700" cy="647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2682200" y="12573000"/>
            <a:ext cx="7239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14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기존 인프라를 활용할 수 있는 아이디어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이미 존재하는 시스템을 활용하면 실행 가능성이 높아짐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41400" y="11099800"/>
            <a:ext cx="1638300" cy="163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44600" y="11353800"/>
            <a:ext cx="1231900" cy="12319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교과서에서 배우는 방식과 반대로 접근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아이디어를 먼저 떠올린 뒤 그에 맞는 제안배경을 찾는 방식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한 문장을 작성하더라도 반드시 그에 대한 근거를 제시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각 내용이 유기적으로 연결되도록 구성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143000" y="11252200"/>
            <a:ext cx="1371600" cy="13716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작업을 다시 해야 하는 상황을 없애기 위해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팀원과의 잦은 소통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104900" y="11049000"/>
            <a:ext cx="1473200" cy="1638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762000" y="393700"/>
            <a:ext cx="304800" cy="15240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244600" y="419100"/>
            <a:ext cx="2933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Our insights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3657600" y="10629900"/>
            <a:ext cx="12179300" cy="26289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762000" y="10858500"/>
            <a:ext cx="2171700" cy="21717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4038600" y="113157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발표는 다른 역할에 비해 업무량이 적음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아이디어 자료조사 &amp; 백지 PPT 제작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952500" y="11163300"/>
            <a:ext cx="1765300" cy="15113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244600" y="965200"/>
            <a:ext cx="71628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발표 &amp; 서포트</a:t>
            </a:r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sp>
        <p:nvSpPr>
          <p:cNvPr name="TextBox 34" id="34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디자이너가 편하게 작업할 수 있도록 준비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타 공모전 수상작, 핀터레스트 참고</a:t>
            </a:r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206500" y="11315700"/>
            <a:ext cx="1257300" cy="12700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596900" y="3035300"/>
            <a:ext cx="5486400" cy="12192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6629400" y="2489200"/>
            <a:ext cx="2133600" cy="2133600"/>
          </a:xfrm>
          <a:prstGeom prst="rect">
            <a:avLst/>
          </a:prstGeom>
        </p:spPr>
      </p:pic>
      <p:sp>
        <p:nvSpPr>
          <p:cNvPr name="TextBox 38" id="38"/>
          <p:cNvSpPr txBox="true"/>
          <p:nvPr/>
        </p:nvSpPr>
        <p:spPr>
          <a:xfrm rot="0">
            <a:off x="1828800" y="9652000"/>
            <a:ext cx="5346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정주영 창업 경진대회</a:t>
            </a:r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9309100" y="1308100"/>
            <a:ext cx="6819900" cy="3568700"/>
          </a:xfrm>
          <a:prstGeom prst="rect">
            <a:avLst/>
          </a:prstGeom>
          <a:effectLst>
            <a:outerShdw dir="2700000" dist="274231" blurRad="142600">
              <a:srgbClr val="000000">
                <a:alpha val="50000"/>
              </a:srgbClr>
            </a:outerShdw>
          </a:effectLst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9309100" y="5689600"/>
            <a:ext cx="6819900" cy="3568700"/>
          </a:xfrm>
          <a:prstGeom prst="rect">
            <a:avLst/>
          </a:prstGeom>
          <a:effectLst>
            <a:outerShdw dir="2700000" dist="274231" blurRad="142600">
              <a:srgbClr val="000000">
                <a:alpha val="50000"/>
              </a:srgbClr>
            </a:outerShdw>
          </a:effectLst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6967200" y="1308100"/>
            <a:ext cx="6819900" cy="3568700"/>
          </a:xfrm>
          <a:prstGeom prst="rect">
            <a:avLst/>
          </a:prstGeom>
          <a:effectLst>
            <a:outerShdw dir="2700000" dist="274231" blurRad="142600">
              <a:srgbClr val="000000">
                <a:alpha val="50000"/>
              </a:srgbClr>
            </a:outerShdw>
          </a:effectLst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6967200" y="5689600"/>
            <a:ext cx="6819900" cy="3568700"/>
          </a:xfrm>
          <a:prstGeom prst="rect">
            <a:avLst/>
          </a:prstGeom>
          <a:effectLst>
            <a:outerShdw dir="2700000" dist="274231" blurRad="142600">
              <a:srgbClr val="000000">
                <a:alpha val="50000"/>
              </a:srgbClr>
            </a:outerShdw>
          </a:effectLst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5400000">
            <a:off x="13843000" y="5029200"/>
            <a:ext cx="5486400" cy="7493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3069650">
            <a:off x="15379700" y="3822700"/>
            <a:ext cx="2400300" cy="2844800"/>
          </a:xfrm>
          <a:prstGeom prst="rect">
            <a:avLst/>
          </a:prstGeom>
        </p:spPr>
      </p:pic>
      <p:sp>
        <p:nvSpPr>
          <p:cNvPr name="TextBox 45" id="45"/>
          <p:cNvSpPr txBox="true"/>
          <p:nvPr/>
        </p:nvSpPr>
        <p:spPr>
          <a:xfrm rot="0">
            <a:off x="10045700" y="9652000"/>
            <a:ext cx="5346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백지 PPT</a:t>
            </a:r>
            <a:r>
              <a:rPr lang="en-US" sz="3385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(서포트)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7703800" y="9652000"/>
            <a:ext cx="5346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완성본</a:t>
            </a:r>
            <a:r>
              <a:rPr lang="en-US" sz="3385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(디자이너)</a:t>
            </a:r>
          </a:p>
        </p:txBody>
      </p:sp>
      <p:pic>
        <p:nvPicPr>
          <p:cNvPr name="Picture 47" id="47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028700" y="5245100"/>
            <a:ext cx="7289800" cy="4089400"/>
          </a:xfrm>
          <a:prstGeom prst="rect">
            <a:avLst/>
          </a:prstGeom>
          <a:effectLst>
            <a:outerShdw dir="2700000" dist="377763" blurRad="163698">
              <a:srgbClr val="000000">
                <a:alpha val="50000"/>
              </a:srgbClr>
            </a:outerShdw>
          </a:effectLst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21882100" y="-139700"/>
            <a:ext cx="3479800" cy="2413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402800" y="12598400"/>
            <a:ext cx="2679700" cy="647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2682200" y="12573000"/>
            <a:ext cx="7112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15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기존 인프라를 활용할 수 있는 아이디어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이미 존재하는 시스템을 활용하면 실행 가능성이 높아짐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41400" y="11099800"/>
            <a:ext cx="1638300" cy="1638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44600" y="11353800"/>
            <a:ext cx="1231900" cy="12319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교과서에서 배우는 방식과 반대로 접근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아이디어를 먼저 떠올린 뒤 그에 맞는 제안배경을 찾는 방식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한 문장을 작성하더라도 반드시 그에 대한 근거를 제시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각 내용이 유기적으로 연결되도록 구성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143000" y="11252200"/>
            <a:ext cx="1371600" cy="13716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작업을 다시 해야 하는 상황을 없애기 위해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팀원과의 잦은 소통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04900" y="11049000"/>
            <a:ext cx="1473200" cy="16383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762000" y="393700"/>
            <a:ext cx="304800" cy="15240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244600" y="419100"/>
            <a:ext cx="2933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Our insights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3657600" y="10629900"/>
            <a:ext cx="12179300" cy="26289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762000" y="10858500"/>
            <a:ext cx="2171700" cy="21717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4038600" y="113157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발표는 다른 역할에 비해 업무량이 적음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아이디어 자료조사 &amp; 백지 PPT 제작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952500" y="11163300"/>
            <a:ext cx="1765300" cy="15113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244600" y="965200"/>
            <a:ext cx="71628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발표 &amp; 서포트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762000" y="10883900"/>
            <a:ext cx="2171700" cy="21717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3657600" y="10655300"/>
            <a:ext cx="12179300" cy="2628900"/>
          </a:xfrm>
          <a:prstGeom prst="rect">
            <a:avLst/>
          </a:prstGeom>
        </p:spPr>
      </p:pic>
      <p:sp>
        <p:nvSpPr>
          <p:cNvPr name="TextBox 32" id="32"/>
          <p:cNvSpPr txBox="true"/>
          <p:nvPr/>
        </p:nvSpPr>
        <p:spPr>
          <a:xfrm rot="0">
            <a:off x="4038600" y="11353800"/>
            <a:ext cx="1192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팀원과 함께</a:t>
            </a:r>
          </a:p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예상 질문을 만들고 실제 상황처럼 연습</a:t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206500" y="11188700"/>
            <a:ext cx="1435100" cy="14351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2306300" y="2654300"/>
            <a:ext cx="11201400" cy="61468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6776700" y="4114800"/>
            <a:ext cx="1244600" cy="1244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7259300" y="5359400"/>
            <a:ext cx="1308100" cy="13081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2433300" y="8064500"/>
            <a:ext cx="10960100" cy="3175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7907000" y="8166100"/>
            <a:ext cx="5486400" cy="1270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6383000" y="6616700"/>
            <a:ext cx="3263900" cy="32639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7188200" y="3314700"/>
            <a:ext cx="3810000" cy="5461000"/>
          </a:xfrm>
          <a:prstGeom prst="rect">
            <a:avLst/>
          </a:prstGeom>
          <a:effectLst>
            <a:outerShdw dir="2700000" dist="293077" blurRad="152400">
              <a:srgbClr val="000000">
                <a:alpha val="50000"/>
              </a:srgbClr>
            </a:outerShdw>
          </a:effectLst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5765800" y="2654300"/>
            <a:ext cx="3810000" cy="5461000"/>
          </a:xfrm>
          <a:prstGeom prst="rect">
            <a:avLst/>
          </a:prstGeom>
          <a:effectLst>
            <a:outerShdw dir="2700000" dist="293077" blurRad="152400">
              <a:srgbClr val="000000">
                <a:alpha val="50000"/>
              </a:srgbClr>
            </a:outerShdw>
          </a:effectLst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3073400" y="3314700"/>
            <a:ext cx="3810000" cy="5461000"/>
          </a:xfrm>
          <a:prstGeom prst="rect">
            <a:avLst/>
          </a:prstGeom>
          <a:effectLst>
            <a:outerShdw dir="2700000" dist="293077" blurRad="152400">
              <a:srgbClr val="000000">
                <a:alpha val="50000"/>
              </a:srgbClr>
            </a:outerShdw>
          </a:effectLst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651000" y="2971800"/>
            <a:ext cx="3810000" cy="5461000"/>
          </a:xfrm>
          <a:prstGeom prst="rect">
            <a:avLst/>
          </a:prstGeom>
          <a:effectLst>
            <a:outerShdw dir="2700000" dist="293077" blurRad="152400">
              <a:srgbClr val="000000">
                <a:alpha val="50000"/>
              </a:srgbClr>
            </a:outerShdw>
          </a:effectLst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546100" y="2654300"/>
            <a:ext cx="3810000" cy="5461000"/>
          </a:xfrm>
          <a:prstGeom prst="rect">
            <a:avLst/>
          </a:prstGeom>
          <a:effectLst>
            <a:outerShdw dir="2700000" dist="293077" blurRad="152400">
              <a:srgbClr val="000000">
                <a:alpha val="50000"/>
              </a:srgbClr>
            </a:outerShdw>
          </a:effectLst>
        </p:spPr>
      </p:pic>
      <p:sp>
        <p:nvSpPr>
          <p:cNvPr name="TextBox 45" id="45"/>
          <p:cNvSpPr txBox="true"/>
          <p:nvPr/>
        </p:nvSpPr>
        <p:spPr>
          <a:xfrm rot="0">
            <a:off x="3517900" y="9283700"/>
            <a:ext cx="44958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예상 질문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5671800" y="9283700"/>
            <a:ext cx="44958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질의 연습</a:t>
            </a:r>
          </a:p>
        </p:txBody>
      </p:sp>
      <p:pic>
        <p:nvPicPr>
          <p:cNvPr name="Picture 47" id="47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21882100" y="-139700"/>
            <a:ext cx="3479800" cy="2413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7322800" y="7366000"/>
            <a:ext cx="6337300" cy="633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2402800" y="12598400"/>
            <a:ext cx="2679700" cy="647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393700"/>
            <a:ext cx="304800" cy="1524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44600" y="419100"/>
            <a:ext cx="2933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Message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4600" y="965200"/>
            <a:ext cx="71628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8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전하고 싶은 말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324100" y="5892800"/>
            <a:ext cx="4394200" cy="9512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207500" y="7556500"/>
            <a:ext cx="5969000" cy="5969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436100" y="2476500"/>
            <a:ext cx="5511800" cy="5765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195800" y="2476500"/>
            <a:ext cx="5511800" cy="5765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76400" y="2476500"/>
            <a:ext cx="5511800" cy="5765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95600" y="1879600"/>
            <a:ext cx="3073400" cy="1181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655300" y="1930400"/>
            <a:ext cx="3073400" cy="1181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8415000" y="1879600"/>
            <a:ext cx="3073400" cy="11811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6268700" y="4267200"/>
            <a:ext cx="7366000" cy="189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0666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경험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70900" y="4267200"/>
            <a:ext cx="7366000" cy="189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0666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도전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8500" y="4267200"/>
            <a:ext cx="7366000" cy="189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0666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배려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682200" y="12573000"/>
            <a:ext cx="7239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16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1882100" y="-139700"/>
            <a:ext cx="3479800" cy="2413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